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13"/>
  </p:notesMasterIdLst>
  <p:sldIdLst>
    <p:sldId id="256" r:id="rId4"/>
    <p:sldId id="257" r:id="rId5"/>
    <p:sldId id="258" r:id="rId6"/>
    <p:sldId id="259" r:id="rId7"/>
    <p:sldId id="260" r:id="rId8"/>
    <p:sldId id="261" r:id="rId9"/>
    <p:sldId id="262" r:id="rId10"/>
    <p:sldId id="263" r:id="rId11"/>
    <p:sldId id="264" r:id="rId12"/>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55" d="100"/>
          <a:sy n="55" d="100"/>
        </p:scale>
        <p:origin x="658" y="34"/>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presProps" Target="presProps.xml" /><Relationship Id="rId15" Type="http://schemas.openxmlformats.org/officeDocument/2006/relationships/tableStyles" Target="tableStyles.xml" /><Relationship Id="rId16" Type="http://schemas.openxmlformats.org/officeDocument/2006/relationships/viewProps" Target="viewProps.xml" /></Relationships>
</file>

<file path=ppt/handoutMasters/_rels/handoutMaster1.xml.rels><?xml version="1.0" encoding="UTF-8" standalone="yes"?>								<Relationships xmlns="http://schemas.openxmlformats.org/package/2006/relationships">								<Relationship Id="rId1" Type="http://schemas.openxmlformats.org/officeDocument/2006/relationships/theme" Target="../theme/theme0.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BC76D9B-D91F-DEDA-3734-7BB4366EC510}"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CEFFC8D-9D45-6C5E-D51D-83F58FDF604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04D9AC4-8BE9-FD81-F1A5-939B1210B79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03A931B-E63B-2B39-0210-761D7D72F722}"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7F1CDE-D4E3-2197-ECD5-7E45270F5AB9}"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532AABE-F127-C26B-6B29-61E9BF2B2A98}"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131BF1D-454A-2F9B-D639-5C4194FE226C}"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93A98CB-9886-7DEA-BABD-4B9D62227B69}"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FBC18C1-BA09-043C-57D8-1DBAF1C5D45A}"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847760060"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313944201"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746271199" name="Date Placeholder 3"/>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531561823" name="Footer Placeholder 4"/>
          <p:cNvSpPr>
            <a:spLocks noGrp="1"/>
          </p:cNvSpPr>
          <p:nvPr>
            <p:ph type="ftr" sz="quarter" idx="11"/>
          </p:nvPr>
        </p:nvSpPr>
        <p:spPr bwMode="auto"/>
        <p:txBody>
          <a:bodyPr/>
          <a:lstStyle/>
          <a:p>
            <a:pPr>
              <a:defRPr/>
            </a:pPr>
            <a:endParaRPr lang="en-US"/>
          </a:p>
        </p:txBody>
      </p:sp>
      <p:sp>
        <p:nvSpPr>
          <p:cNvPr id="87486199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92283723" name="Title 1"/>
          <p:cNvSpPr>
            <a:spLocks noGrp="1"/>
          </p:cNvSpPr>
          <p:nvPr>
            <p:ph type="title"/>
          </p:nvPr>
        </p:nvSpPr>
        <p:spPr bwMode="auto"/>
        <p:txBody>
          <a:bodyPr/>
          <a:lstStyle/>
          <a:p>
            <a:pPr>
              <a:defRPr/>
            </a:pPr>
            <a:r>
              <a:rPr lang="en-US"/>
              <a:t>Click to edit Master title style</a:t>
            </a:r>
            <a:endParaRPr lang="en-US"/>
          </a:p>
        </p:txBody>
      </p:sp>
      <p:sp>
        <p:nvSpPr>
          <p:cNvPr id="1176851177"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44143992" name="Date Placeholder 3"/>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1862454088" name="Footer Placeholder 4"/>
          <p:cNvSpPr>
            <a:spLocks noGrp="1"/>
          </p:cNvSpPr>
          <p:nvPr>
            <p:ph type="ftr" sz="quarter" idx="11"/>
          </p:nvPr>
        </p:nvSpPr>
        <p:spPr bwMode="auto"/>
        <p:txBody>
          <a:bodyPr/>
          <a:lstStyle/>
          <a:p>
            <a:pPr>
              <a:defRPr/>
            </a:pPr>
            <a:endParaRPr lang="en-US"/>
          </a:p>
        </p:txBody>
      </p:sp>
      <p:sp>
        <p:nvSpPr>
          <p:cNvPr id="47131820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762487186"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16628409"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493622034" name="Date Placeholder 3"/>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1638696000" name="Footer Placeholder 4"/>
          <p:cNvSpPr>
            <a:spLocks noGrp="1"/>
          </p:cNvSpPr>
          <p:nvPr>
            <p:ph type="ftr" sz="quarter" idx="11"/>
          </p:nvPr>
        </p:nvSpPr>
        <p:spPr bwMode="auto"/>
        <p:txBody>
          <a:bodyPr/>
          <a:lstStyle/>
          <a:p>
            <a:pPr>
              <a:defRPr/>
            </a:pPr>
            <a:endParaRPr lang="en-US"/>
          </a:p>
        </p:txBody>
      </p:sp>
      <p:sp>
        <p:nvSpPr>
          <p:cNvPr id="790892404"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702508574" name="Title 1"/>
          <p:cNvSpPr>
            <a:spLocks noGrp="1"/>
          </p:cNvSpPr>
          <p:nvPr>
            <p:ph type="title"/>
          </p:nvPr>
        </p:nvSpPr>
        <p:spPr bwMode="auto"/>
        <p:txBody>
          <a:bodyPr/>
          <a:lstStyle/>
          <a:p>
            <a:pPr>
              <a:defRPr/>
            </a:pPr>
            <a:r>
              <a:rPr lang="en-US"/>
              <a:t>Click to edit Master title style</a:t>
            </a:r>
            <a:endParaRPr lang="en-US"/>
          </a:p>
        </p:txBody>
      </p:sp>
      <p:sp>
        <p:nvSpPr>
          <p:cNvPr id="592648839"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28869342"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6433957" name="Date Placeholder 4"/>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1374314895" name="Footer Placeholder 5"/>
          <p:cNvSpPr>
            <a:spLocks noGrp="1"/>
          </p:cNvSpPr>
          <p:nvPr>
            <p:ph type="ftr" sz="quarter" idx="11"/>
          </p:nvPr>
        </p:nvSpPr>
        <p:spPr bwMode="auto"/>
        <p:txBody>
          <a:bodyPr/>
          <a:lstStyle/>
          <a:p>
            <a:pPr>
              <a:defRPr/>
            </a:pPr>
            <a:endParaRPr lang="en-US"/>
          </a:p>
        </p:txBody>
      </p:sp>
      <p:sp>
        <p:nvSpPr>
          <p:cNvPr id="1358491129"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398731253"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303608324"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80210077"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75090397"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30952537"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63244137" name="Date Placeholder 6"/>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13908814" name="Footer Placeholder 7"/>
          <p:cNvSpPr>
            <a:spLocks noGrp="1"/>
          </p:cNvSpPr>
          <p:nvPr>
            <p:ph type="ftr" sz="quarter" idx="11"/>
          </p:nvPr>
        </p:nvSpPr>
        <p:spPr bwMode="auto"/>
        <p:txBody>
          <a:bodyPr/>
          <a:lstStyle/>
          <a:p>
            <a:pPr>
              <a:defRPr/>
            </a:pPr>
            <a:endParaRPr lang="en-US"/>
          </a:p>
        </p:txBody>
      </p:sp>
      <p:sp>
        <p:nvSpPr>
          <p:cNvPr id="2133265961"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097941573" name="Title 1"/>
          <p:cNvSpPr>
            <a:spLocks noGrp="1"/>
          </p:cNvSpPr>
          <p:nvPr>
            <p:ph type="title"/>
          </p:nvPr>
        </p:nvSpPr>
        <p:spPr bwMode="auto"/>
        <p:txBody>
          <a:bodyPr/>
          <a:lstStyle/>
          <a:p>
            <a:pPr>
              <a:defRPr/>
            </a:pPr>
            <a:r>
              <a:rPr lang="en-US"/>
              <a:t>Click to edit Master title style</a:t>
            </a:r>
            <a:endParaRPr lang="en-US"/>
          </a:p>
        </p:txBody>
      </p:sp>
      <p:sp>
        <p:nvSpPr>
          <p:cNvPr id="530144512" name="Date Placeholder 2"/>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2009504699" name="Footer Placeholder 3"/>
          <p:cNvSpPr>
            <a:spLocks noGrp="1"/>
          </p:cNvSpPr>
          <p:nvPr>
            <p:ph type="ftr" sz="quarter" idx="11"/>
          </p:nvPr>
        </p:nvSpPr>
        <p:spPr bwMode="auto"/>
        <p:txBody>
          <a:bodyPr/>
          <a:lstStyle/>
          <a:p>
            <a:pPr>
              <a:defRPr/>
            </a:pPr>
            <a:endParaRPr lang="en-US"/>
          </a:p>
        </p:txBody>
      </p:sp>
      <p:sp>
        <p:nvSpPr>
          <p:cNvPr id="2033540699"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936858867" name="Date Placeholder 1"/>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2102854390" name="Footer Placeholder 2"/>
          <p:cNvSpPr>
            <a:spLocks noGrp="1"/>
          </p:cNvSpPr>
          <p:nvPr>
            <p:ph type="ftr" sz="quarter" idx="11"/>
          </p:nvPr>
        </p:nvSpPr>
        <p:spPr bwMode="auto"/>
        <p:txBody>
          <a:bodyPr/>
          <a:lstStyle/>
          <a:p>
            <a:pPr>
              <a:defRPr/>
            </a:pPr>
            <a:endParaRPr lang="en-US"/>
          </a:p>
        </p:txBody>
      </p:sp>
      <p:sp>
        <p:nvSpPr>
          <p:cNvPr id="641289771"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1107658"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999250552"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54797483"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851898053" name="Date Placeholder 4"/>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954477498" name="Footer Placeholder 5"/>
          <p:cNvSpPr>
            <a:spLocks noGrp="1"/>
          </p:cNvSpPr>
          <p:nvPr>
            <p:ph type="ftr" sz="quarter" idx="11"/>
          </p:nvPr>
        </p:nvSpPr>
        <p:spPr bwMode="auto"/>
        <p:txBody>
          <a:bodyPr/>
          <a:lstStyle/>
          <a:p>
            <a:pPr>
              <a:defRPr/>
            </a:pPr>
            <a:endParaRPr lang="en-US"/>
          </a:p>
        </p:txBody>
      </p:sp>
      <p:sp>
        <p:nvSpPr>
          <p:cNvPr id="172963099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937592552"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329673054"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847983982"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382899542" name="Date Placeholder 4"/>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808829689" name="Footer Placeholder 5"/>
          <p:cNvSpPr>
            <a:spLocks noGrp="1"/>
          </p:cNvSpPr>
          <p:nvPr>
            <p:ph type="ftr" sz="quarter" idx="11"/>
          </p:nvPr>
        </p:nvSpPr>
        <p:spPr bwMode="auto"/>
        <p:txBody>
          <a:bodyPr/>
          <a:lstStyle/>
          <a:p>
            <a:pPr>
              <a:defRPr/>
            </a:pPr>
            <a:endParaRPr lang="en-US"/>
          </a:p>
        </p:txBody>
      </p:sp>
      <p:sp>
        <p:nvSpPr>
          <p:cNvPr id="267533631"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599720051" name="Title 1"/>
          <p:cNvSpPr>
            <a:spLocks noGrp="1"/>
          </p:cNvSpPr>
          <p:nvPr>
            <p:ph type="title"/>
          </p:nvPr>
        </p:nvSpPr>
        <p:spPr bwMode="auto"/>
        <p:txBody>
          <a:bodyPr/>
          <a:lstStyle/>
          <a:p>
            <a:pPr>
              <a:defRPr/>
            </a:pPr>
            <a:r>
              <a:rPr lang="en-US"/>
              <a:t>Click to edit Master title style</a:t>
            </a:r>
            <a:endParaRPr lang="en-US"/>
          </a:p>
        </p:txBody>
      </p:sp>
      <p:sp>
        <p:nvSpPr>
          <p:cNvPr id="108516656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48612371" name="Date Placeholder 3"/>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2140576360" name="Footer Placeholder 4"/>
          <p:cNvSpPr>
            <a:spLocks noGrp="1"/>
          </p:cNvSpPr>
          <p:nvPr>
            <p:ph type="ftr" sz="quarter" idx="11"/>
          </p:nvPr>
        </p:nvSpPr>
        <p:spPr bwMode="auto"/>
        <p:txBody>
          <a:bodyPr/>
          <a:lstStyle/>
          <a:p>
            <a:pPr>
              <a:defRPr/>
            </a:pPr>
            <a:endParaRPr lang="en-US"/>
          </a:p>
        </p:txBody>
      </p:sp>
      <p:sp>
        <p:nvSpPr>
          <p:cNvPr id="319875314"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08093796"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130818212"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2875034" name="Date Placeholder 3"/>
          <p:cNvSpPr>
            <a:spLocks noGrp="1"/>
          </p:cNvSpPr>
          <p:nvPr>
            <p:ph type="dt" sz="half" idx="10"/>
          </p:nvPr>
        </p:nvSpPr>
        <p:spPr bwMode="auto"/>
        <p:txBody>
          <a:bodyPr/>
          <a:lstStyle/>
          <a:p>
            <a:pPr>
              <a:defRPr/>
            </a:pPr>
            <a:fld id="{1D8BD707-D9CF-40AE-B4C6-C98DA3205C09}" type="datetimeFigureOut">
              <a:rPr lang="en-US"/>
              <a:t>7/8/2026</a:t>
            </a:fld>
            <a:endParaRPr lang="en-US"/>
          </a:p>
        </p:txBody>
      </p:sp>
      <p:sp>
        <p:nvSpPr>
          <p:cNvPr id="905381443" name="Footer Placeholder 4"/>
          <p:cNvSpPr>
            <a:spLocks noGrp="1"/>
          </p:cNvSpPr>
          <p:nvPr>
            <p:ph type="ftr" sz="quarter" idx="11"/>
          </p:nvPr>
        </p:nvSpPr>
        <p:spPr bwMode="auto"/>
        <p:txBody>
          <a:bodyPr/>
          <a:lstStyle/>
          <a:p>
            <a:pPr>
              <a:defRPr/>
            </a:pPr>
            <a:endParaRPr lang="en-US"/>
          </a:p>
        </p:txBody>
      </p:sp>
      <p:sp>
        <p:nvSpPr>
          <p:cNvPr id="305532040"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567774859"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166573967"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38713958"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7/8/2026</a:t>
            </a:fld>
            <a:endParaRPr lang="en-US"/>
          </a:p>
        </p:txBody>
      </p:sp>
      <p:sp>
        <p:nvSpPr>
          <p:cNvPr id="171870422"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411873130"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5543C8">
                <a:alpha val="100000"/>
              </a:srgbClr>
            </a:gs>
            <a:gs pos="100000">
              <a:srgbClr val="402DAD">
                <a:alpha val="100000"/>
              </a:srgbClr>
            </a:gs>
          </a:gsLst>
          <a:lin ang="5400000" scaled="1"/>
        </a:gradFill>
      </p:bgPr>
    </p:bg>
    <p:spTree>
      <p:nvGrpSpPr>
        <p:cNvPr id="1" name=""/>
        <p:cNvGrpSpPr/>
        <p:nvPr/>
      </p:nvGrpSpPr>
      <p:grpSpPr bwMode="auto">
        <a:xfrm>
          <a:off x="0" y="0"/>
          <a:ext cx="0" cy="0"/>
          <a:chOff x="0" y="0"/>
          <a:chExt cx="0" cy="0"/>
        </a:xfrm>
      </p:grpSpPr>
      <p:grpSp>
        <p:nvGrpSpPr>
          <p:cNvPr id="697541334" name="Group 2"/>
          <p:cNvGrpSpPr/>
          <p:nvPr/>
        </p:nvGrpSpPr>
        <p:grpSpPr bwMode="auto">
          <a:xfrm>
            <a:off x="9958909" y="1845650"/>
            <a:ext cx="5076500" cy="8915385"/>
            <a:chOff x="0" y="0"/>
            <a:chExt cx="1337020" cy="2348085"/>
          </a:xfrm>
        </p:grpSpPr>
        <p:sp>
          <p:nvSpPr>
            <p:cNvPr id="3" name="Freeform 3"/>
            <p:cNvSpPr/>
            <p:nvPr/>
          </p:nvSpPr>
          <p:spPr bwMode="auto">
            <a:xfrm>
              <a:off x="0" y="0"/>
              <a:ext cx="1337020" cy="2348085"/>
            </a:xfrm>
            <a:custGeom>
              <a:avLst/>
              <a:gdLst/>
              <a:ahLst/>
              <a:cxnLst/>
              <a:rect l="l" t="t" r="r" b="b"/>
              <a:pathLst>
                <a:path w="1337020" h="2348085" fill="norm" stroke="1" extrusionOk="0">
                  <a:moveTo>
                    <a:pt x="82353" y="0"/>
                  </a:moveTo>
                  <a:lnTo>
                    <a:pt x="1254668" y="0"/>
                  </a:lnTo>
                  <a:cubicBezTo>
                    <a:pt x="1300150" y="0"/>
                    <a:pt x="1337020" y="36871"/>
                    <a:pt x="1337020" y="82353"/>
                  </a:cubicBezTo>
                  <a:lnTo>
                    <a:pt x="1337020" y="2265732"/>
                  </a:lnTo>
                  <a:cubicBezTo>
                    <a:pt x="1337020" y="2311214"/>
                    <a:pt x="1300150" y="2348085"/>
                    <a:pt x="1254668" y="2348085"/>
                  </a:cubicBezTo>
                  <a:lnTo>
                    <a:pt x="82353" y="2348085"/>
                  </a:lnTo>
                  <a:cubicBezTo>
                    <a:pt x="60511" y="2348085"/>
                    <a:pt x="39565" y="2339408"/>
                    <a:pt x="24121" y="2323964"/>
                  </a:cubicBezTo>
                  <a:cubicBezTo>
                    <a:pt x="8676" y="2308520"/>
                    <a:pt x="0" y="2287573"/>
                    <a:pt x="0" y="2265732"/>
                  </a:cubicBezTo>
                  <a:lnTo>
                    <a:pt x="0" y="82353"/>
                  </a:lnTo>
                  <a:cubicBezTo>
                    <a:pt x="0" y="36871"/>
                    <a:pt x="36871" y="0"/>
                    <a:pt x="82353" y="0"/>
                  </a:cubicBezTo>
                  <a:close/>
                </a:path>
              </a:pathLst>
            </a:custGeom>
            <a:solidFill>
              <a:srgbClr val="FFFFFF"/>
            </a:solidFill>
          </p:spPr>
        </p:sp>
        <p:sp>
          <p:nvSpPr>
            <p:cNvPr id="4" name="TextBox 4"/>
            <p:cNvSpPr txBox="1"/>
            <p:nvPr/>
          </p:nvSpPr>
          <p:spPr bwMode="auto">
            <a:xfrm>
              <a:off x="0" y="-95250"/>
              <a:ext cx="1337020" cy="2443335"/>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785802270" name="Group 5"/>
          <p:cNvGrpSpPr/>
          <p:nvPr/>
        </p:nvGrpSpPr>
        <p:grpSpPr bwMode="auto">
          <a:xfrm>
            <a:off x="8379482" y="2918197"/>
            <a:ext cx="3366044" cy="2756288"/>
            <a:chOff x="0" y="0"/>
            <a:chExt cx="886530" cy="725936"/>
          </a:xfrm>
        </p:grpSpPr>
        <p:sp>
          <p:nvSpPr>
            <p:cNvPr id="6" name="Freeform 6"/>
            <p:cNvSpPr/>
            <p:nvPr/>
          </p:nvSpPr>
          <p:spPr bwMode="auto">
            <a:xfrm>
              <a:off x="0" y="0"/>
              <a:ext cx="886530" cy="725936"/>
            </a:xfrm>
            <a:custGeom>
              <a:avLst/>
              <a:gdLst/>
              <a:ahLst/>
              <a:cxnLst/>
              <a:rect l="l" t="t" r="r" b="b"/>
              <a:pathLst>
                <a:path w="886530" h="725936" fill="norm" stroke="1" extrusionOk="0">
                  <a:moveTo>
                    <a:pt x="46000" y="0"/>
                  </a:moveTo>
                  <a:lnTo>
                    <a:pt x="840530" y="0"/>
                  </a:lnTo>
                  <a:cubicBezTo>
                    <a:pt x="865935" y="0"/>
                    <a:pt x="886530" y="20595"/>
                    <a:pt x="886530" y="46000"/>
                  </a:cubicBezTo>
                  <a:lnTo>
                    <a:pt x="886530" y="679936"/>
                  </a:lnTo>
                  <a:cubicBezTo>
                    <a:pt x="886530" y="692136"/>
                    <a:pt x="881684" y="703836"/>
                    <a:pt x="873057" y="712463"/>
                  </a:cubicBezTo>
                  <a:cubicBezTo>
                    <a:pt x="864430" y="721090"/>
                    <a:pt x="852730" y="725936"/>
                    <a:pt x="840530" y="725936"/>
                  </a:cubicBezTo>
                  <a:lnTo>
                    <a:pt x="46000" y="725936"/>
                  </a:lnTo>
                  <a:cubicBezTo>
                    <a:pt x="33800" y="725936"/>
                    <a:pt x="22100" y="721090"/>
                    <a:pt x="13473" y="712463"/>
                  </a:cubicBezTo>
                  <a:cubicBezTo>
                    <a:pt x="4846" y="703836"/>
                    <a:pt x="0" y="692136"/>
                    <a:pt x="0" y="679936"/>
                  </a:cubicBezTo>
                  <a:lnTo>
                    <a:pt x="0" y="46000"/>
                  </a:lnTo>
                  <a:cubicBezTo>
                    <a:pt x="0" y="33800"/>
                    <a:pt x="4846" y="22100"/>
                    <a:pt x="13473" y="13473"/>
                  </a:cubicBezTo>
                  <a:cubicBezTo>
                    <a:pt x="22100" y="4846"/>
                    <a:pt x="33800" y="0"/>
                    <a:pt x="46000" y="0"/>
                  </a:cubicBezTo>
                  <a:close/>
                </a:path>
              </a:pathLst>
            </a:custGeom>
            <a:solidFill>
              <a:srgbClr val="D9D9D9">
                <a:alpha val="11765"/>
              </a:srgbClr>
            </a:solidFill>
          </p:spPr>
        </p:sp>
        <p:sp>
          <p:nvSpPr>
            <p:cNvPr id="7" name="TextBox 7"/>
            <p:cNvSpPr txBox="1"/>
            <p:nvPr/>
          </p:nvSpPr>
          <p:spPr bwMode="auto">
            <a:xfrm>
              <a:off x="0" y="-95250"/>
              <a:ext cx="886530" cy="821186"/>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2082907428" name="Group 8"/>
          <p:cNvGrpSpPr/>
          <p:nvPr/>
        </p:nvGrpSpPr>
        <p:grpSpPr bwMode="auto">
          <a:xfrm>
            <a:off x="8854093" y="6303342"/>
            <a:ext cx="1208411" cy="1384485"/>
            <a:chOff x="0" y="0"/>
            <a:chExt cx="318265" cy="364638"/>
          </a:xfrm>
        </p:grpSpPr>
        <p:sp>
          <p:nvSpPr>
            <p:cNvPr id="9" name="Freeform 9"/>
            <p:cNvSpPr/>
            <p:nvPr/>
          </p:nvSpPr>
          <p:spPr bwMode="auto">
            <a:xfrm>
              <a:off x="0" y="0"/>
              <a:ext cx="318265" cy="364638"/>
            </a:xfrm>
            <a:custGeom>
              <a:avLst/>
              <a:gdLst/>
              <a:ahLst/>
              <a:cxnLst/>
              <a:rect l="l" t="t" r="r" b="b"/>
              <a:pathLst>
                <a:path w="318265" h="364638" fill="norm" stroke="1" extrusionOk="0">
                  <a:moveTo>
                    <a:pt x="128134" y="0"/>
                  </a:moveTo>
                  <a:lnTo>
                    <a:pt x="190131" y="0"/>
                  </a:lnTo>
                  <a:cubicBezTo>
                    <a:pt x="260897" y="0"/>
                    <a:pt x="318265" y="57368"/>
                    <a:pt x="318265" y="128134"/>
                  </a:cubicBezTo>
                  <a:lnTo>
                    <a:pt x="318265" y="236504"/>
                  </a:lnTo>
                  <a:cubicBezTo>
                    <a:pt x="318265" y="270487"/>
                    <a:pt x="304765" y="303079"/>
                    <a:pt x="280735" y="327109"/>
                  </a:cubicBezTo>
                  <a:cubicBezTo>
                    <a:pt x="256705" y="351138"/>
                    <a:pt x="224114" y="364638"/>
                    <a:pt x="190131" y="364638"/>
                  </a:cubicBezTo>
                  <a:lnTo>
                    <a:pt x="128134" y="364638"/>
                  </a:lnTo>
                  <a:cubicBezTo>
                    <a:pt x="94151" y="364638"/>
                    <a:pt x="61559" y="351138"/>
                    <a:pt x="37530" y="327109"/>
                  </a:cubicBezTo>
                  <a:cubicBezTo>
                    <a:pt x="13500" y="303079"/>
                    <a:pt x="0" y="270487"/>
                    <a:pt x="0" y="236504"/>
                  </a:cubicBezTo>
                  <a:lnTo>
                    <a:pt x="0" y="128134"/>
                  </a:lnTo>
                  <a:cubicBezTo>
                    <a:pt x="0" y="94151"/>
                    <a:pt x="13500" y="61559"/>
                    <a:pt x="37530" y="37530"/>
                  </a:cubicBezTo>
                  <a:cubicBezTo>
                    <a:pt x="61559" y="13500"/>
                    <a:pt x="94151" y="0"/>
                    <a:pt x="128134" y="0"/>
                  </a:cubicBezTo>
                  <a:close/>
                </a:path>
              </a:pathLst>
            </a:custGeom>
            <a:solidFill>
              <a:srgbClr val="D9D9D9">
                <a:alpha val="11765"/>
              </a:srgbClr>
            </a:solidFill>
          </p:spPr>
        </p:sp>
        <p:sp>
          <p:nvSpPr>
            <p:cNvPr id="10" name="TextBox 10"/>
            <p:cNvSpPr txBox="1"/>
            <p:nvPr/>
          </p:nvSpPr>
          <p:spPr bwMode="auto">
            <a:xfrm>
              <a:off x="0" y="-95250"/>
              <a:ext cx="318265" cy="459888"/>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711708373" name="Group 11"/>
          <p:cNvGrpSpPr/>
          <p:nvPr/>
        </p:nvGrpSpPr>
        <p:grpSpPr bwMode="auto">
          <a:xfrm>
            <a:off x="11044474" y="1028700"/>
            <a:ext cx="5401254" cy="5956147"/>
            <a:chOff x="0" y="0"/>
            <a:chExt cx="1422552" cy="1568697"/>
          </a:xfrm>
        </p:grpSpPr>
        <p:sp>
          <p:nvSpPr>
            <p:cNvPr id="12" name="Freeform 12"/>
            <p:cNvSpPr/>
            <p:nvPr/>
          </p:nvSpPr>
          <p:spPr bwMode="auto">
            <a:xfrm>
              <a:off x="0" y="0"/>
              <a:ext cx="1422553" cy="1568697"/>
            </a:xfrm>
            <a:custGeom>
              <a:avLst/>
              <a:gdLst/>
              <a:ahLst/>
              <a:cxnLst/>
              <a:rect l="l" t="t" r="r" b="b"/>
              <a:pathLst>
                <a:path w="1422553" h="1568697" fill="norm" stroke="1" extrusionOk="0">
                  <a:moveTo>
                    <a:pt x="28667" y="0"/>
                  </a:moveTo>
                  <a:lnTo>
                    <a:pt x="1393885" y="0"/>
                  </a:lnTo>
                  <a:cubicBezTo>
                    <a:pt x="1401488" y="0"/>
                    <a:pt x="1408780" y="3020"/>
                    <a:pt x="1414156" y="8396"/>
                  </a:cubicBezTo>
                  <a:cubicBezTo>
                    <a:pt x="1419532" y="13773"/>
                    <a:pt x="1422553" y="21064"/>
                    <a:pt x="1422553" y="28667"/>
                  </a:cubicBezTo>
                  <a:lnTo>
                    <a:pt x="1422553" y="1540030"/>
                  </a:lnTo>
                  <a:cubicBezTo>
                    <a:pt x="1422553" y="1555862"/>
                    <a:pt x="1409718" y="1568697"/>
                    <a:pt x="1393885" y="1568697"/>
                  </a:cubicBezTo>
                  <a:lnTo>
                    <a:pt x="28667" y="1568697"/>
                  </a:lnTo>
                  <a:cubicBezTo>
                    <a:pt x="12835" y="1568697"/>
                    <a:pt x="0" y="1555862"/>
                    <a:pt x="0" y="1540030"/>
                  </a:cubicBezTo>
                  <a:lnTo>
                    <a:pt x="0" y="28667"/>
                  </a:lnTo>
                  <a:cubicBezTo>
                    <a:pt x="0" y="12835"/>
                    <a:pt x="12835" y="0"/>
                    <a:pt x="28667" y="0"/>
                  </a:cubicBezTo>
                  <a:close/>
                </a:path>
              </a:pathLst>
            </a:custGeom>
            <a:solidFill>
              <a:srgbClr val="D9D9D9">
                <a:alpha val="11765"/>
              </a:srgbClr>
            </a:solidFill>
          </p:spPr>
        </p:sp>
        <p:sp>
          <p:nvSpPr>
            <p:cNvPr id="13" name="TextBox 13"/>
            <p:cNvSpPr txBox="1"/>
            <p:nvPr/>
          </p:nvSpPr>
          <p:spPr bwMode="auto">
            <a:xfrm>
              <a:off x="0" y="-95250"/>
              <a:ext cx="1422552" cy="1663947"/>
            </a:xfrm>
            <a:prstGeom prst="rect">
              <a:avLst/>
            </a:prstGeom>
            <a:grpFill/>
          </p:spPr>
          <p:txBody>
            <a:bodyPr lIns="50800" tIns="50800" rIns="50800" bIns="50800" rtlCol="0" anchor="ctr"/>
            <a:lstStyle/>
            <a:p>
              <a:pPr marL="0" lvl="0" indent="0" algn="ctr">
                <a:lnSpc>
                  <a:spcPts val="3359"/>
                </a:lnSpc>
                <a:defRPr/>
              </a:pPr>
              <a:endParaRPr/>
            </a:p>
          </p:txBody>
        </p:sp>
      </p:grpSp>
      <p:sp>
        <p:nvSpPr>
          <p:cNvPr id="1923495089" name="Freeform 14"/>
          <p:cNvSpPr/>
          <p:nvPr/>
        </p:nvSpPr>
        <p:spPr bwMode="auto">
          <a:xfrm>
            <a:off x="1028700" y="8596897"/>
            <a:ext cx="4288471" cy="1125724"/>
          </a:xfrm>
          <a:custGeom>
            <a:avLst/>
            <a:gdLst/>
            <a:ahLst/>
            <a:cxnLst/>
            <a:rect l="l" t="t" r="r" b="b"/>
            <a:pathLst>
              <a:path w="4288471" h="1125724" fill="norm" stroke="1" extrusionOk="0">
                <a:moveTo>
                  <a:pt x="0" y="0"/>
                </a:moveTo>
                <a:lnTo>
                  <a:pt x="4288471" y="0"/>
                </a:lnTo>
                <a:lnTo>
                  <a:pt x="4288471" y="1125724"/>
                </a:lnTo>
                <a:lnTo>
                  <a:pt x="0" y="1125724"/>
                </a:lnTo>
                <a:lnTo>
                  <a:pt x="0" y="0"/>
                </a:lnTo>
                <a:close/>
              </a:path>
            </a:pathLst>
          </a:custGeom>
          <a:blipFill rotWithShape="1">
            <a:blip r:embed="rId3">
              <a:alphaModFix amt="70000"/>
            </a:blip>
            <a:stretch/>
          </a:blipFill>
        </p:spPr>
        <p:txBody>
          <a:bodyPr/>
          <a:p>
            <a:pPr algn="l"/>
          </a:p>
        </p:txBody>
      </p:sp>
      <p:grpSp>
        <p:nvGrpSpPr>
          <p:cNvPr id="1536089004" name="Group 15"/>
          <p:cNvGrpSpPr/>
          <p:nvPr/>
        </p:nvGrpSpPr>
        <p:grpSpPr bwMode="auto">
          <a:xfrm>
            <a:off x="1016000" y="8670058"/>
            <a:ext cx="5492758" cy="588242"/>
            <a:chOff x="0" y="0"/>
            <a:chExt cx="1446652" cy="154928"/>
          </a:xfrm>
        </p:grpSpPr>
        <p:sp>
          <p:nvSpPr>
            <p:cNvPr id="16" name="Freeform 16"/>
            <p:cNvSpPr/>
            <p:nvPr/>
          </p:nvSpPr>
          <p:spPr bwMode="auto">
            <a:xfrm>
              <a:off x="0" y="0"/>
              <a:ext cx="1446652" cy="154928"/>
            </a:xfrm>
            <a:custGeom>
              <a:avLst/>
              <a:gdLst/>
              <a:ahLst/>
              <a:cxnLst/>
              <a:rect l="l" t="t" r="r" b="b"/>
              <a:pathLst>
                <a:path w="1446652" h="154928" fill="norm" stroke="1" extrusionOk="0">
                  <a:moveTo>
                    <a:pt x="28190" y="0"/>
                  </a:moveTo>
                  <a:lnTo>
                    <a:pt x="1418463" y="0"/>
                  </a:lnTo>
                  <a:cubicBezTo>
                    <a:pt x="1434032" y="0"/>
                    <a:pt x="1446652" y="12621"/>
                    <a:pt x="1446652" y="28190"/>
                  </a:cubicBezTo>
                  <a:lnTo>
                    <a:pt x="1446652" y="126739"/>
                  </a:lnTo>
                  <a:cubicBezTo>
                    <a:pt x="1446652" y="142307"/>
                    <a:pt x="1434032" y="154928"/>
                    <a:pt x="1418463" y="154928"/>
                  </a:cubicBezTo>
                  <a:lnTo>
                    <a:pt x="28190" y="154928"/>
                  </a:lnTo>
                  <a:cubicBezTo>
                    <a:pt x="12621" y="154928"/>
                    <a:pt x="0" y="142307"/>
                    <a:pt x="0" y="126739"/>
                  </a:cubicBezTo>
                  <a:lnTo>
                    <a:pt x="0" y="28190"/>
                  </a:lnTo>
                  <a:cubicBezTo>
                    <a:pt x="0" y="12621"/>
                    <a:pt x="12621" y="0"/>
                    <a:pt x="28190" y="0"/>
                  </a:cubicBezTo>
                  <a:close/>
                </a:path>
              </a:pathLst>
            </a:custGeom>
            <a:solidFill>
              <a:srgbClr val="FFFFFF"/>
            </a:solidFill>
          </p:spPr>
        </p:sp>
        <p:sp>
          <p:nvSpPr>
            <p:cNvPr id="17" name="TextBox 17"/>
            <p:cNvSpPr txBox="1"/>
            <p:nvPr/>
          </p:nvSpPr>
          <p:spPr bwMode="auto">
            <a:xfrm>
              <a:off x="0" y="-95250"/>
              <a:ext cx="1446652" cy="250178"/>
            </a:xfrm>
            <a:prstGeom prst="rect">
              <a:avLst/>
            </a:prstGeom>
            <a:grpFill/>
          </p:spPr>
          <p:txBody>
            <a:bodyPr lIns="50800" tIns="50800" rIns="50800" bIns="50800" rtlCol="0" anchor="ctr"/>
            <a:lstStyle/>
            <a:p>
              <a:pPr marL="0" lvl="0" indent="0" algn="ctr">
                <a:lnSpc>
                  <a:spcPts val="3359"/>
                </a:lnSpc>
                <a:defRPr/>
              </a:pPr>
              <a:endParaRPr/>
            </a:p>
          </p:txBody>
        </p:sp>
      </p:grpSp>
      <p:sp>
        <p:nvSpPr>
          <p:cNvPr id="166811313" name="Freeform 18"/>
          <p:cNvSpPr/>
          <p:nvPr/>
        </p:nvSpPr>
        <p:spPr bwMode="auto">
          <a:xfrm>
            <a:off x="16445729" y="8557393"/>
            <a:ext cx="813570" cy="813570"/>
          </a:xfrm>
          <a:custGeom>
            <a:avLst/>
            <a:gdLst/>
            <a:ahLst/>
            <a:cxnLst/>
            <a:rect l="l" t="t" r="r" b="b"/>
            <a:pathLst>
              <a:path w="813571" h="813571" fill="norm" stroke="1" extrusionOk="0">
                <a:moveTo>
                  <a:pt x="0" y="0"/>
                </a:moveTo>
                <a:lnTo>
                  <a:pt x="813571" y="0"/>
                </a:lnTo>
                <a:lnTo>
                  <a:pt x="813571" y="813571"/>
                </a:lnTo>
                <a:lnTo>
                  <a:pt x="0" y="813571"/>
                </a:lnTo>
                <a:lnTo>
                  <a:pt x="0" y="0"/>
                </a:lnTo>
                <a:close/>
              </a:path>
            </a:pathLst>
          </a:custGeom>
          <a:blipFill rotWithShape="1">
            <a:blip r:embed="rId4"/>
            <a:stretch/>
          </a:blipFill>
        </p:spPr>
        <p:txBody>
          <a:bodyPr/>
          <a:p>
            <a:pPr algn="l"/>
          </a:p>
        </p:txBody>
      </p:sp>
      <p:sp>
        <p:nvSpPr>
          <p:cNvPr id="1251752413" name="TextBox 19"/>
          <p:cNvSpPr txBox="1"/>
          <p:nvPr/>
        </p:nvSpPr>
        <p:spPr bwMode="auto">
          <a:xfrm>
            <a:off x="343686" y="2102271"/>
            <a:ext cx="11195267" cy="1457750"/>
          </a:xfrm>
          <a:prstGeom prst="rect">
            <a:avLst/>
          </a:prstGeom>
        </p:spPr>
        <p:txBody>
          <a:bodyPr lIns="0" tIns="0" rIns="0" bIns="0" rtlCol="0" anchor="t">
            <a:spAutoFit/>
          </a:bodyPr>
          <a:lstStyle/>
          <a:p>
            <a:pPr marL="0" lvl="0" indent="0" algn="l">
              <a:lnSpc>
                <a:spcPts val="10891"/>
              </a:lnSpc>
              <a:defRPr/>
            </a:pPr>
            <a:r>
              <a:rPr lang="en-US" sz="10900" spc="-272">
                <a:solidFill>
                  <a:srgbClr val="FFECA8"/>
                </a:solidFill>
                <a:latin typeface="Aptos"/>
                <a:ea typeface="Zico Display Inline"/>
                <a:cs typeface="Zico Display Inline"/>
              </a:rPr>
              <a:t>AEGISHER</a:t>
            </a:r>
            <a:endParaRPr/>
          </a:p>
        </p:txBody>
      </p:sp>
      <p:sp>
        <p:nvSpPr>
          <p:cNvPr id="2088087249" name="TextBox 20"/>
          <p:cNvSpPr txBox="1"/>
          <p:nvPr/>
        </p:nvSpPr>
        <p:spPr bwMode="auto">
          <a:xfrm>
            <a:off x="1157497" y="8673349"/>
            <a:ext cx="5209764" cy="462030"/>
          </a:xfrm>
          <a:prstGeom prst="rect">
            <a:avLst/>
          </a:prstGeom>
        </p:spPr>
        <p:txBody>
          <a:bodyPr lIns="0" tIns="0" rIns="0" bIns="0" rtlCol="0" anchor="t">
            <a:spAutoFit/>
          </a:bodyPr>
          <a:lstStyle/>
          <a:p>
            <a:pPr marL="0" lvl="0" indent="0" algn="ctr">
              <a:lnSpc>
                <a:spcPts val="3408"/>
              </a:lnSpc>
              <a:defRPr/>
            </a:pPr>
            <a:r>
              <a:rPr lang="en-US" sz="2450" spc="68">
                <a:solidFill>
                  <a:srgbClr val="1F1E1E"/>
                </a:solidFill>
                <a:latin typeface="Aptos"/>
                <a:ea typeface="Times New Roman MT"/>
                <a:cs typeface="Times New Roman MT"/>
              </a:rPr>
              <a:t>Empowering Women, Everywhere</a:t>
            </a:r>
            <a:endParaRPr/>
          </a:p>
        </p:txBody>
      </p:sp>
      <p:sp>
        <p:nvSpPr>
          <p:cNvPr id="153265961" name="TextBox 21"/>
          <p:cNvSpPr txBox="1"/>
          <p:nvPr/>
        </p:nvSpPr>
        <p:spPr bwMode="auto">
          <a:xfrm>
            <a:off x="1170383" y="5735419"/>
            <a:ext cx="6239139" cy="1250227"/>
          </a:xfrm>
          <a:prstGeom prst="rect">
            <a:avLst/>
          </a:prstGeom>
        </p:spPr>
        <p:txBody>
          <a:bodyPr lIns="0" tIns="0" rIns="0" bIns="0" rtlCol="0" anchor="t">
            <a:spAutoFit/>
          </a:bodyPr>
          <a:lstStyle/>
          <a:p>
            <a:pPr marL="0" lvl="0" indent="0" algn="l">
              <a:lnSpc>
                <a:spcPts val="3278"/>
              </a:lnSpc>
              <a:defRPr/>
            </a:pPr>
            <a:r>
              <a:rPr lang="en-US" sz="2200" spc="59">
                <a:solidFill>
                  <a:srgbClr val="FFFFFF"/>
                </a:solidFill>
                <a:latin typeface="Aptos"/>
                <a:ea typeface="Times New Roman MT"/>
                <a:cs typeface="Times New Roman MT"/>
              </a:rPr>
              <a:t>Sakhi is your personal safety companion, empowering women with smart technology for a safer tomorrow. Stay protected, stay connected.</a:t>
            </a:r>
            <a:endParaRPr/>
          </a:p>
        </p:txBody>
      </p:sp>
      <p:sp>
        <p:nvSpPr>
          <p:cNvPr id="147922657" name="Freeform 22"/>
          <p:cNvSpPr/>
          <p:nvPr/>
        </p:nvSpPr>
        <p:spPr bwMode="auto">
          <a:xfrm>
            <a:off x="9458299" y="1556872"/>
            <a:ext cx="6077721" cy="11751825"/>
          </a:xfrm>
          <a:custGeom>
            <a:avLst/>
            <a:gdLst/>
            <a:ahLst/>
            <a:cxnLst/>
            <a:rect l="l" t="t" r="r" b="b"/>
            <a:pathLst>
              <a:path w="6077721" h="11751825" fill="norm" stroke="1" extrusionOk="0">
                <a:moveTo>
                  <a:pt x="0" y="0"/>
                </a:moveTo>
                <a:lnTo>
                  <a:pt x="6077721" y="0"/>
                </a:lnTo>
                <a:lnTo>
                  <a:pt x="6077721" y="11751825"/>
                </a:lnTo>
                <a:lnTo>
                  <a:pt x="0" y="11751825"/>
                </a:lnTo>
                <a:lnTo>
                  <a:pt x="0" y="0"/>
                </a:lnTo>
                <a:close/>
              </a:path>
            </a:pathLst>
          </a:custGeom>
          <a:blipFill rotWithShape="1">
            <a:blip r:embed="rId5"/>
            <a:stretch>
              <a:fillRect l="-9941" t="0" r="-9941" b="0"/>
            </a:stretch>
          </a:blipFill>
        </p:spPr>
        <p:txBody>
          <a:bodyPr/>
          <a:p>
            <a:pPr algn="l"/>
          </a:p>
        </p:txBody>
      </p:sp>
      <p:sp>
        <p:nvSpPr>
          <p:cNvPr id="89144610" name="Freeform 23"/>
          <p:cNvSpPr/>
          <p:nvPr/>
        </p:nvSpPr>
        <p:spPr bwMode="auto">
          <a:xfrm>
            <a:off x="10037553" y="4099489"/>
            <a:ext cx="4919212" cy="4919212"/>
          </a:xfrm>
          <a:custGeom>
            <a:avLst/>
            <a:gdLst/>
            <a:ahLst/>
            <a:cxnLst/>
            <a:rect l="l" t="t" r="r" b="b"/>
            <a:pathLst>
              <a:path w="4919212" h="4919212" fill="norm" stroke="1" extrusionOk="0">
                <a:moveTo>
                  <a:pt x="0" y="0"/>
                </a:moveTo>
                <a:lnTo>
                  <a:pt x="4919212" y="0"/>
                </a:lnTo>
                <a:lnTo>
                  <a:pt x="4919212" y="4919211"/>
                </a:lnTo>
                <a:lnTo>
                  <a:pt x="0" y="4919211"/>
                </a:lnTo>
                <a:lnTo>
                  <a:pt x="0" y="0"/>
                </a:lnTo>
                <a:close/>
              </a:path>
            </a:pathLst>
          </a:custGeom>
          <a:blipFill rotWithShape="1">
            <a:blip r:embed="rId6"/>
            <a:stretch/>
          </a:blipFill>
        </p:spPr>
        <p:txBody>
          <a:bodyPr/>
          <a:p>
            <a:pPr algn="l"/>
          </a:p>
        </p:txBody>
      </p:sp>
      <p:sp>
        <p:nvSpPr>
          <p:cNvPr id="1706048914" name="TextBox 24"/>
          <p:cNvSpPr txBox="1"/>
          <p:nvPr/>
        </p:nvSpPr>
        <p:spPr bwMode="auto">
          <a:xfrm>
            <a:off x="10474077" y="8673349"/>
            <a:ext cx="4046165" cy="345350"/>
          </a:xfrm>
          <a:prstGeom prst="rect">
            <a:avLst/>
          </a:prstGeom>
        </p:spPr>
        <p:txBody>
          <a:bodyPr lIns="0" tIns="0" rIns="0" bIns="0" rtlCol="0" anchor="t">
            <a:spAutoFit/>
          </a:bodyPr>
          <a:lstStyle/>
          <a:p>
            <a:pPr marL="0" lvl="0" indent="0" algn="ctr">
              <a:lnSpc>
                <a:spcPts val="2527"/>
              </a:lnSpc>
              <a:defRPr/>
            </a:pPr>
            <a:r>
              <a:rPr lang="en-US" sz="2000" i="1" spc="45">
                <a:solidFill>
                  <a:srgbClr val="2E2E2E"/>
                </a:solidFill>
                <a:latin typeface="Aptos"/>
                <a:ea typeface="Times New Roman MT Italics"/>
                <a:cs typeface="Times New Roman MT Italics"/>
              </a:rPr>
              <a:t>Version 1.0</a:t>
            </a:r>
            <a:endParaRPr/>
          </a:p>
        </p:txBody>
      </p:sp>
      <p:sp>
        <p:nvSpPr>
          <p:cNvPr id="1942865164" name="TextBox 25"/>
          <p:cNvSpPr txBox="1"/>
          <p:nvPr/>
        </p:nvSpPr>
        <p:spPr bwMode="auto">
          <a:xfrm>
            <a:off x="1170383" y="5022299"/>
            <a:ext cx="5351075" cy="703523"/>
          </a:xfrm>
          <a:prstGeom prst="rect">
            <a:avLst/>
          </a:prstGeom>
        </p:spPr>
        <p:txBody>
          <a:bodyPr lIns="0" tIns="0" rIns="0" bIns="0" rtlCol="0" anchor="t">
            <a:spAutoFit/>
          </a:bodyPr>
          <a:lstStyle/>
          <a:p>
            <a:pPr marL="0" lvl="0" indent="0" algn="l">
              <a:lnSpc>
                <a:spcPts val="5302"/>
              </a:lnSpc>
              <a:defRPr/>
            </a:pPr>
            <a:r>
              <a:rPr lang="en-US" sz="3550" b="1" u="sng" spc="95">
                <a:solidFill>
                  <a:srgbClr val="FFFFFF"/>
                </a:solidFill>
                <a:latin typeface="Aptos"/>
                <a:ea typeface="Times New Roman MT Bold"/>
                <a:cs typeface="Times New Roman MT Bold"/>
              </a:rPr>
              <a:t>App for Women Safety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5543C8">
                <a:alpha val="100000"/>
              </a:srgbClr>
            </a:gs>
            <a:gs pos="100000">
              <a:srgbClr val="402DAD">
                <a:alpha val="100000"/>
              </a:srgbClr>
            </a:gs>
          </a:gsLst>
          <a:lin ang="5400000" scaled="1"/>
        </a:gradFill>
      </p:bgPr>
    </p:bg>
    <p:spTree>
      <p:nvGrpSpPr>
        <p:cNvPr id="1" name=""/>
        <p:cNvGrpSpPr/>
        <p:nvPr/>
      </p:nvGrpSpPr>
      <p:grpSpPr bwMode="auto">
        <a:xfrm>
          <a:off x="0" y="0"/>
          <a:ext cx="0" cy="0"/>
          <a:chOff x="0" y="0"/>
          <a:chExt cx="0" cy="0"/>
        </a:xfrm>
      </p:grpSpPr>
      <p:grpSp>
        <p:nvGrpSpPr>
          <p:cNvPr id="4358831" name="Group 2"/>
          <p:cNvGrpSpPr/>
          <p:nvPr/>
        </p:nvGrpSpPr>
        <p:grpSpPr bwMode="auto">
          <a:xfrm>
            <a:off x="5005128" y="4113340"/>
            <a:ext cx="2264935" cy="1957790"/>
            <a:chOff x="0" y="0"/>
            <a:chExt cx="596526" cy="515632"/>
          </a:xfrm>
        </p:grpSpPr>
        <p:sp>
          <p:nvSpPr>
            <p:cNvPr id="3" name="Freeform 3"/>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4" name="TextBox 4"/>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339147772" name="Group 5"/>
          <p:cNvGrpSpPr/>
          <p:nvPr/>
        </p:nvGrpSpPr>
        <p:grpSpPr bwMode="auto">
          <a:xfrm>
            <a:off x="13264453" y="4922676"/>
            <a:ext cx="2264935" cy="1957790"/>
            <a:chOff x="0" y="0"/>
            <a:chExt cx="596526" cy="515632"/>
          </a:xfrm>
        </p:grpSpPr>
        <p:sp>
          <p:nvSpPr>
            <p:cNvPr id="6" name="Freeform 6"/>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7" name="TextBox 7"/>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667214" name="Group 8"/>
          <p:cNvGrpSpPr/>
          <p:nvPr/>
        </p:nvGrpSpPr>
        <p:grpSpPr bwMode="auto">
          <a:xfrm>
            <a:off x="10797442" y="2257252"/>
            <a:ext cx="3156038" cy="2573699"/>
            <a:chOff x="0" y="0"/>
            <a:chExt cx="831220" cy="677847"/>
          </a:xfrm>
        </p:grpSpPr>
        <p:sp>
          <p:nvSpPr>
            <p:cNvPr id="9" name="Freeform 9"/>
            <p:cNvSpPr/>
            <p:nvPr/>
          </p:nvSpPr>
          <p:spPr bwMode="auto">
            <a:xfrm>
              <a:off x="0" y="0"/>
              <a:ext cx="831220" cy="677847"/>
            </a:xfrm>
            <a:custGeom>
              <a:avLst/>
              <a:gdLst/>
              <a:ahLst/>
              <a:cxnLst/>
              <a:rect l="l" t="t" r="r" b="b"/>
              <a:pathLst>
                <a:path w="831220" h="677847" fill="norm" stroke="1" extrusionOk="0">
                  <a:moveTo>
                    <a:pt x="49061" y="0"/>
                  </a:moveTo>
                  <a:lnTo>
                    <a:pt x="782159" y="0"/>
                  </a:lnTo>
                  <a:cubicBezTo>
                    <a:pt x="809254" y="0"/>
                    <a:pt x="831220" y="21965"/>
                    <a:pt x="831220" y="49061"/>
                  </a:cubicBezTo>
                  <a:lnTo>
                    <a:pt x="831220" y="628786"/>
                  </a:lnTo>
                  <a:cubicBezTo>
                    <a:pt x="831220" y="655881"/>
                    <a:pt x="809254" y="677847"/>
                    <a:pt x="782159" y="677847"/>
                  </a:cubicBezTo>
                  <a:lnTo>
                    <a:pt x="49061" y="677847"/>
                  </a:lnTo>
                  <a:cubicBezTo>
                    <a:pt x="21965" y="677847"/>
                    <a:pt x="0" y="655881"/>
                    <a:pt x="0" y="628786"/>
                  </a:cubicBezTo>
                  <a:lnTo>
                    <a:pt x="0" y="49061"/>
                  </a:lnTo>
                  <a:cubicBezTo>
                    <a:pt x="0" y="21965"/>
                    <a:pt x="21965" y="0"/>
                    <a:pt x="49061" y="0"/>
                  </a:cubicBezTo>
                  <a:close/>
                </a:path>
              </a:pathLst>
            </a:custGeom>
            <a:solidFill>
              <a:srgbClr val="D9D9D9">
                <a:alpha val="11765"/>
              </a:srgbClr>
            </a:solidFill>
          </p:spPr>
        </p:sp>
        <p:sp>
          <p:nvSpPr>
            <p:cNvPr id="10" name="TextBox 10"/>
            <p:cNvSpPr txBox="1"/>
            <p:nvPr/>
          </p:nvSpPr>
          <p:spPr bwMode="auto">
            <a:xfrm>
              <a:off x="0" y="-95250"/>
              <a:ext cx="831220" cy="77309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86314591" name="Group 11"/>
          <p:cNvGrpSpPr/>
          <p:nvPr/>
        </p:nvGrpSpPr>
        <p:grpSpPr bwMode="auto">
          <a:xfrm>
            <a:off x="5449990" y="477529"/>
            <a:ext cx="5275100" cy="3164417"/>
            <a:chOff x="0" y="0"/>
            <a:chExt cx="1389327" cy="833427"/>
          </a:xfrm>
        </p:grpSpPr>
        <p:sp>
          <p:nvSpPr>
            <p:cNvPr id="12" name="Freeform 12"/>
            <p:cNvSpPr/>
            <p:nvPr/>
          </p:nvSpPr>
          <p:spPr bwMode="auto">
            <a:xfrm>
              <a:off x="0" y="0"/>
              <a:ext cx="1389327" cy="833427"/>
            </a:xfrm>
            <a:custGeom>
              <a:avLst/>
              <a:gdLst/>
              <a:ahLst/>
              <a:cxnLst/>
              <a:rect l="l" t="t" r="r" b="b"/>
              <a:pathLst>
                <a:path w="1389327" h="833427" fill="norm" stroke="1" extrusionOk="0">
                  <a:moveTo>
                    <a:pt x="29353" y="0"/>
                  </a:moveTo>
                  <a:lnTo>
                    <a:pt x="1359974" y="0"/>
                  </a:lnTo>
                  <a:cubicBezTo>
                    <a:pt x="1376185" y="0"/>
                    <a:pt x="1389327" y="13142"/>
                    <a:pt x="1389327" y="29353"/>
                  </a:cubicBezTo>
                  <a:lnTo>
                    <a:pt x="1389327" y="804074"/>
                  </a:lnTo>
                  <a:cubicBezTo>
                    <a:pt x="1389327" y="820285"/>
                    <a:pt x="1376185" y="833427"/>
                    <a:pt x="1359974" y="833427"/>
                  </a:cubicBezTo>
                  <a:lnTo>
                    <a:pt x="29353" y="833427"/>
                  </a:lnTo>
                  <a:cubicBezTo>
                    <a:pt x="13142" y="833427"/>
                    <a:pt x="0" y="820285"/>
                    <a:pt x="0" y="804074"/>
                  </a:cubicBezTo>
                  <a:lnTo>
                    <a:pt x="0" y="29353"/>
                  </a:lnTo>
                  <a:cubicBezTo>
                    <a:pt x="0" y="13142"/>
                    <a:pt x="13142" y="0"/>
                    <a:pt x="29353" y="0"/>
                  </a:cubicBezTo>
                  <a:close/>
                </a:path>
              </a:pathLst>
            </a:custGeom>
            <a:solidFill>
              <a:srgbClr val="D9D9D9">
                <a:alpha val="11765"/>
              </a:srgbClr>
            </a:solidFill>
          </p:spPr>
        </p:sp>
        <p:sp>
          <p:nvSpPr>
            <p:cNvPr id="13" name="TextBox 13"/>
            <p:cNvSpPr txBox="1"/>
            <p:nvPr/>
          </p:nvSpPr>
          <p:spPr bwMode="auto">
            <a:xfrm>
              <a:off x="0" y="-95250"/>
              <a:ext cx="1389327" cy="92867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2003614329" name="Group 14"/>
          <p:cNvGrpSpPr/>
          <p:nvPr/>
        </p:nvGrpSpPr>
        <p:grpSpPr bwMode="auto">
          <a:xfrm>
            <a:off x="-342656" y="5339279"/>
            <a:ext cx="18973313" cy="5106318"/>
            <a:chOff x="0" y="0"/>
            <a:chExt cx="4997086" cy="1344874"/>
          </a:xfrm>
        </p:grpSpPr>
        <p:sp>
          <p:nvSpPr>
            <p:cNvPr id="15" name="Freeform 15"/>
            <p:cNvSpPr/>
            <p:nvPr/>
          </p:nvSpPr>
          <p:spPr bwMode="auto">
            <a:xfrm>
              <a:off x="0" y="0"/>
              <a:ext cx="4997086" cy="1344874"/>
            </a:xfrm>
            <a:custGeom>
              <a:avLst/>
              <a:gdLst/>
              <a:ahLst/>
              <a:cxnLst/>
              <a:rect l="l" t="t" r="r" b="b"/>
              <a:pathLst>
                <a:path w="4997086" h="1344874" fill="norm" stroke="1" extrusionOk="0">
                  <a:moveTo>
                    <a:pt x="0" y="0"/>
                  </a:moveTo>
                  <a:lnTo>
                    <a:pt x="4997086" y="0"/>
                  </a:lnTo>
                  <a:lnTo>
                    <a:pt x="4997086" y="1344874"/>
                  </a:lnTo>
                  <a:lnTo>
                    <a:pt x="0" y="1344874"/>
                  </a:lnTo>
                  <a:close/>
                </a:path>
              </a:pathLst>
            </a:custGeom>
            <a:gradFill>
              <a:gsLst>
                <a:gs pos="0">
                  <a:srgbClr val="291B76">
                    <a:alpha val="0"/>
                  </a:srgbClr>
                </a:gs>
                <a:gs pos="100000">
                  <a:srgbClr val="1C1064">
                    <a:alpha val="100000"/>
                  </a:srgbClr>
                </a:gs>
              </a:gsLst>
              <a:lin ang="5400000" scaled="1"/>
            </a:gradFill>
          </p:spPr>
        </p:sp>
        <p:sp>
          <p:nvSpPr>
            <p:cNvPr id="16" name="TextBox 16"/>
            <p:cNvSpPr txBox="1"/>
            <p:nvPr/>
          </p:nvSpPr>
          <p:spPr bwMode="auto">
            <a:xfrm>
              <a:off x="0" y="-95250"/>
              <a:ext cx="4997086" cy="1440124"/>
            </a:xfrm>
            <a:prstGeom prst="rect">
              <a:avLst/>
            </a:prstGeom>
            <a:grpFill/>
          </p:spPr>
          <p:txBody>
            <a:bodyPr lIns="50800" tIns="50800" rIns="50800" bIns="50800" rtlCol="0" anchor="ctr"/>
            <a:lstStyle/>
            <a:p>
              <a:pPr marL="0" lvl="0" indent="0" algn="ctr">
                <a:lnSpc>
                  <a:spcPts val="3359"/>
                </a:lnSpc>
                <a:defRPr/>
              </a:pPr>
              <a:endParaRPr/>
            </a:p>
          </p:txBody>
        </p:sp>
      </p:grpSp>
      <p:sp>
        <p:nvSpPr>
          <p:cNvPr id="1905576492" name="Freeform 17"/>
          <p:cNvSpPr/>
          <p:nvPr/>
        </p:nvSpPr>
        <p:spPr bwMode="auto">
          <a:xfrm>
            <a:off x="2180704" y="3229841"/>
            <a:ext cx="3363166" cy="882831"/>
          </a:xfrm>
          <a:custGeom>
            <a:avLst/>
            <a:gdLst/>
            <a:ahLst/>
            <a:cxnLst/>
            <a:rect l="l" t="t" r="r" b="b"/>
            <a:pathLst>
              <a:path w="3363166" h="882831" fill="norm" stroke="1" extrusionOk="0">
                <a:moveTo>
                  <a:pt x="0" y="0"/>
                </a:moveTo>
                <a:lnTo>
                  <a:pt x="3363166" y="0"/>
                </a:lnTo>
                <a:lnTo>
                  <a:pt x="3363166" y="882831"/>
                </a:lnTo>
                <a:lnTo>
                  <a:pt x="0" y="882831"/>
                </a:lnTo>
                <a:lnTo>
                  <a:pt x="0" y="0"/>
                </a:lnTo>
                <a:close/>
              </a:path>
            </a:pathLst>
          </a:custGeom>
          <a:blipFill rotWithShape="1">
            <a:blip r:embed="rId3">
              <a:alphaModFix amt="70000"/>
            </a:blip>
            <a:stretch/>
          </a:blipFill>
        </p:spPr>
        <p:txBody>
          <a:bodyPr/>
          <a:p>
            <a:pPr algn="l"/>
          </a:p>
        </p:txBody>
      </p:sp>
      <p:sp>
        <p:nvSpPr>
          <p:cNvPr id="1539696071" name="Freeform 18"/>
          <p:cNvSpPr/>
          <p:nvPr/>
        </p:nvSpPr>
        <p:spPr bwMode="auto">
          <a:xfrm>
            <a:off x="12816483" y="6798927"/>
            <a:ext cx="3145402" cy="825668"/>
          </a:xfrm>
          <a:custGeom>
            <a:avLst/>
            <a:gdLst/>
            <a:ahLst/>
            <a:cxnLst/>
            <a:rect l="l" t="t" r="r" b="b"/>
            <a:pathLst>
              <a:path w="3145402" h="825668" fill="norm" stroke="1" extrusionOk="0">
                <a:moveTo>
                  <a:pt x="0" y="0"/>
                </a:moveTo>
                <a:lnTo>
                  <a:pt x="3145402" y="0"/>
                </a:lnTo>
                <a:lnTo>
                  <a:pt x="3145402" y="825668"/>
                </a:lnTo>
                <a:lnTo>
                  <a:pt x="0" y="825668"/>
                </a:lnTo>
                <a:lnTo>
                  <a:pt x="0" y="0"/>
                </a:lnTo>
                <a:close/>
              </a:path>
            </a:pathLst>
          </a:custGeom>
          <a:blipFill rotWithShape="1">
            <a:blip r:embed="rId3">
              <a:alphaModFix amt="70000"/>
            </a:blip>
            <a:stretch/>
          </a:blipFill>
        </p:spPr>
        <p:txBody>
          <a:bodyPr/>
          <a:p>
            <a:pPr algn="l"/>
          </a:p>
        </p:txBody>
      </p:sp>
      <p:sp>
        <p:nvSpPr>
          <p:cNvPr id="1125544338" name="Freeform 19"/>
          <p:cNvSpPr/>
          <p:nvPr/>
        </p:nvSpPr>
        <p:spPr bwMode="auto">
          <a:xfrm>
            <a:off x="649742" y="6151041"/>
            <a:ext cx="5064604" cy="1329458"/>
          </a:xfrm>
          <a:custGeom>
            <a:avLst/>
            <a:gdLst/>
            <a:ahLst/>
            <a:cxnLst/>
            <a:rect l="l" t="t" r="r" b="b"/>
            <a:pathLst>
              <a:path w="5064604" h="1329458" fill="norm" stroke="1" extrusionOk="0">
                <a:moveTo>
                  <a:pt x="0" y="0"/>
                </a:moveTo>
                <a:lnTo>
                  <a:pt x="5064603" y="0"/>
                </a:lnTo>
                <a:lnTo>
                  <a:pt x="5064603" y="1329459"/>
                </a:lnTo>
                <a:lnTo>
                  <a:pt x="0" y="1329459"/>
                </a:lnTo>
                <a:lnTo>
                  <a:pt x="0" y="0"/>
                </a:lnTo>
                <a:close/>
              </a:path>
            </a:pathLst>
          </a:custGeom>
          <a:blipFill rotWithShape="1">
            <a:blip r:embed="rId3">
              <a:alphaModFix amt="70000"/>
            </a:blip>
            <a:stretch/>
          </a:blipFill>
        </p:spPr>
        <p:txBody>
          <a:bodyPr/>
          <a:p>
            <a:pPr algn="l"/>
          </a:p>
        </p:txBody>
      </p:sp>
      <p:sp>
        <p:nvSpPr>
          <p:cNvPr id="2100753902" name="Freeform 20"/>
          <p:cNvSpPr/>
          <p:nvPr/>
        </p:nvSpPr>
        <p:spPr bwMode="auto">
          <a:xfrm>
            <a:off x="12861550" y="2515156"/>
            <a:ext cx="4698218" cy="1233282"/>
          </a:xfrm>
          <a:custGeom>
            <a:avLst/>
            <a:gdLst/>
            <a:ahLst/>
            <a:cxnLst/>
            <a:rect l="l" t="t" r="r" b="b"/>
            <a:pathLst>
              <a:path w="4698218" h="1233282" fill="norm" stroke="1" extrusionOk="0">
                <a:moveTo>
                  <a:pt x="0" y="0"/>
                </a:moveTo>
                <a:lnTo>
                  <a:pt x="4698218" y="0"/>
                </a:lnTo>
                <a:lnTo>
                  <a:pt x="4698218" y="1233282"/>
                </a:lnTo>
                <a:lnTo>
                  <a:pt x="0" y="1233282"/>
                </a:lnTo>
                <a:lnTo>
                  <a:pt x="0" y="0"/>
                </a:lnTo>
                <a:close/>
              </a:path>
            </a:pathLst>
          </a:custGeom>
          <a:blipFill rotWithShape="1">
            <a:blip r:embed="rId3">
              <a:alphaModFix amt="70000"/>
            </a:blip>
            <a:stretch/>
          </a:blipFill>
        </p:spPr>
        <p:txBody>
          <a:bodyPr/>
          <a:p>
            <a:pPr algn="l"/>
          </a:p>
        </p:txBody>
      </p:sp>
      <p:grpSp>
        <p:nvGrpSpPr>
          <p:cNvPr id="493017897" name="Group 21"/>
          <p:cNvGrpSpPr>
            <a:grpSpLocks noChangeAspect="1"/>
          </p:cNvGrpSpPr>
          <p:nvPr/>
        </p:nvGrpSpPr>
        <p:grpSpPr bwMode="auto">
          <a:xfrm>
            <a:off x="861046" y="1808142"/>
            <a:ext cx="3340413" cy="3880592"/>
            <a:chOff x="0" y="0"/>
            <a:chExt cx="5466080" cy="6350000"/>
          </a:xfrm>
        </p:grpSpPr>
        <p:sp>
          <p:nvSpPr>
            <p:cNvPr id="22" name="Freeform 22"/>
            <p:cNvSpPr/>
            <p:nvPr/>
          </p:nvSpPr>
          <p:spPr bwMode="auto">
            <a:xfrm>
              <a:off x="0" y="0"/>
              <a:ext cx="5438260" cy="6348730"/>
            </a:xfrm>
            <a:custGeom>
              <a:avLst/>
              <a:gdLst/>
              <a:ahLst/>
              <a:cxnLst/>
              <a:rect l="l" t="t" r="r" b="b"/>
              <a:pathLst>
                <a:path w="5438261" h="6348730" fill="norm" stroke="1" extrusionOk="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id="23" name="Freeform 23"/>
            <p:cNvSpPr/>
            <p:nvPr/>
          </p:nvSpPr>
          <p:spPr bwMode="auto">
            <a:xfrm>
              <a:off x="247650" y="294640"/>
              <a:ext cx="4889500" cy="4693920"/>
            </a:xfrm>
            <a:custGeom>
              <a:avLst/>
              <a:gdLst/>
              <a:ahLst/>
              <a:cxnLst/>
              <a:rect l="l" t="t" r="r" b="b"/>
              <a:pathLst>
                <a:path w="4889500" h="4693920" fill="norm" stroke="1" extrusionOk="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rotWithShape="1">
              <a:blip r:embed="rId4"/>
              <a:stretch>
                <a:fillRect l="0" t="-775" r="0" b="-38300"/>
              </a:stretch>
            </a:blipFill>
          </p:spPr>
        </p:sp>
        <p:sp>
          <p:nvSpPr>
            <p:cNvPr id="24" name="Freeform 24"/>
            <p:cNvSpPr/>
            <p:nvPr/>
          </p:nvSpPr>
          <p:spPr bwMode="auto">
            <a:xfrm>
              <a:off x="1270" y="6350"/>
              <a:ext cx="5457190" cy="6342380"/>
            </a:xfrm>
            <a:custGeom>
              <a:avLst/>
              <a:gdLst/>
              <a:ahLst/>
              <a:cxnLst/>
              <a:rect l="l" t="t" r="r" b="b"/>
              <a:pathLst>
                <a:path w="5457190" h="6342380" fill="norm" stroke="1" extrusionOk="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id="25" name="Freeform 25"/>
            <p:cNvSpPr/>
            <p:nvPr/>
          </p:nvSpPr>
          <p:spPr bwMode="auto">
            <a:xfrm>
              <a:off x="7620" y="0"/>
              <a:ext cx="5458460" cy="6344920"/>
            </a:xfrm>
            <a:custGeom>
              <a:avLst/>
              <a:gdLst/>
              <a:ahLst/>
              <a:cxnLst/>
              <a:rect l="l" t="t" r="r" b="b"/>
              <a:pathLst>
                <a:path w="5458460" h="6344920" fill="norm" stroke="1" extrusionOk="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grpSp>
        <p:nvGrpSpPr>
          <p:cNvPr id="125124978" name="Group 26"/>
          <p:cNvGrpSpPr>
            <a:grpSpLocks noChangeAspect="1"/>
          </p:cNvGrpSpPr>
          <p:nvPr/>
        </p:nvGrpSpPr>
        <p:grpSpPr bwMode="auto">
          <a:xfrm>
            <a:off x="14165324" y="5270855"/>
            <a:ext cx="3341463" cy="3881811"/>
            <a:chOff x="0" y="0"/>
            <a:chExt cx="5466080" cy="6350000"/>
          </a:xfrm>
        </p:grpSpPr>
        <p:sp>
          <p:nvSpPr>
            <p:cNvPr id="27" name="Freeform 27"/>
            <p:cNvSpPr/>
            <p:nvPr/>
          </p:nvSpPr>
          <p:spPr bwMode="auto">
            <a:xfrm>
              <a:off x="0" y="0"/>
              <a:ext cx="5438260" cy="6348730"/>
            </a:xfrm>
            <a:custGeom>
              <a:avLst/>
              <a:gdLst/>
              <a:ahLst/>
              <a:cxnLst/>
              <a:rect l="l" t="t" r="r" b="b"/>
              <a:pathLst>
                <a:path w="5438261" h="6348730" fill="norm" stroke="1" extrusionOk="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id="28" name="Freeform 28"/>
            <p:cNvSpPr/>
            <p:nvPr/>
          </p:nvSpPr>
          <p:spPr bwMode="auto">
            <a:xfrm>
              <a:off x="247650" y="294640"/>
              <a:ext cx="4889500" cy="4693920"/>
            </a:xfrm>
            <a:custGeom>
              <a:avLst/>
              <a:gdLst/>
              <a:ahLst/>
              <a:cxnLst/>
              <a:rect l="l" t="t" r="r" b="b"/>
              <a:pathLst>
                <a:path w="4889500" h="4693920" fill="norm" stroke="1" extrusionOk="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rotWithShape="1">
              <a:blip r:embed="rId5"/>
              <a:stretch>
                <a:fillRect l="-16325" t="0" r="-16325" b="0"/>
              </a:stretch>
            </a:blipFill>
          </p:spPr>
        </p:sp>
        <p:sp>
          <p:nvSpPr>
            <p:cNvPr id="29" name="Freeform 29"/>
            <p:cNvSpPr/>
            <p:nvPr/>
          </p:nvSpPr>
          <p:spPr bwMode="auto">
            <a:xfrm>
              <a:off x="1270" y="6350"/>
              <a:ext cx="5457190" cy="6342380"/>
            </a:xfrm>
            <a:custGeom>
              <a:avLst/>
              <a:gdLst/>
              <a:ahLst/>
              <a:cxnLst/>
              <a:rect l="l" t="t" r="r" b="b"/>
              <a:pathLst>
                <a:path w="5457190" h="6342380" fill="norm" stroke="1" extrusionOk="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id="30" name="Freeform 30"/>
            <p:cNvSpPr/>
            <p:nvPr/>
          </p:nvSpPr>
          <p:spPr bwMode="auto">
            <a:xfrm>
              <a:off x="7620" y="0"/>
              <a:ext cx="5458460" cy="6344920"/>
            </a:xfrm>
            <a:custGeom>
              <a:avLst/>
              <a:gdLst/>
              <a:ahLst/>
              <a:cxnLst/>
              <a:rect l="l" t="t" r="r" b="b"/>
              <a:pathLst>
                <a:path w="5458460" h="6344920" fill="norm" stroke="1" extrusionOk="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sp>
        <p:nvSpPr>
          <p:cNvPr id="495623452" name="TextBox 31"/>
          <p:cNvSpPr txBox="1"/>
          <p:nvPr/>
        </p:nvSpPr>
        <p:spPr bwMode="auto">
          <a:xfrm>
            <a:off x="649742" y="509234"/>
            <a:ext cx="16230600" cy="1024118"/>
          </a:xfrm>
          <a:prstGeom prst="rect">
            <a:avLst/>
          </a:prstGeom>
        </p:spPr>
        <p:txBody>
          <a:bodyPr lIns="0" tIns="0" rIns="0" bIns="0" rtlCol="0" anchor="t">
            <a:spAutoFit/>
          </a:bodyPr>
          <a:lstStyle/>
          <a:p>
            <a:pPr marL="0" lvl="0" indent="0" algn="ctr">
              <a:lnSpc>
                <a:spcPts val="7694"/>
              </a:lnSpc>
              <a:defRPr/>
            </a:pPr>
            <a:r>
              <a:rPr lang="en-US" sz="7700" spc="-191">
                <a:solidFill>
                  <a:srgbClr val="FFFFFF"/>
                </a:solidFill>
                <a:latin typeface="Aptos"/>
                <a:ea typeface="Archivo Black"/>
                <a:cs typeface="Archivo Black"/>
              </a:rPr>
              <a:t>MEET THE TEAM</a:t>
            </a:r>
            <a:endParaRPr/>
          </a:p>
        </p:txBody>
      </p:sp>
      <p:sp>
        <p:nvSpPr>
          <p:cNvPr id="1070475017" name="TextBox 32"/>
          <p:cNvSpPr txBox="1"/>
          <p:nvPr/>
        </p:nvSpPr>
        <p:spPr bwMode="auto">
          <a:xfrm>
            <a:off x="4706285" y="1831026"/>
            <a:ext cx="7023259" cy="3592831"/>
          </a:xfrm>
          <a:prstGeom prst="rect">
            <a:avLst/>
          </a:prstGeom>
        </p:spPr>
        <p:txBody>
          <a:bodyPr lIns="0" tIns="0" rIns="0" bIns="0" rtlCol="0" anchor="t">
            <a:spAutoFit/>
          </a:bodyPr>
          <a:lstStyle/>
          <a:p>
            <a:pPr algn="l">
              <a:lnSpc>
                <a:spcPts val="3779"/>
              </a:lnSpc>
              <a:defRPr/>
            </a:pPr>
            <a:r>
              <a:rPr lang="en-US" sz="2700" b="1">
                <a:solidFill>
                  <a:srgbClr val="FFFFFF"/>
                </a:solidFill>
                <a:latin typeface="Aptos"/>
                <a:ea typeface="Times New Roman MT Bold"/>
                <a:cs typeface="Times New Roman MT Bold"/>
              </a:rPr>
              <a:t>Krishnika Chanda (Class 11)</a:t>
            </a:r>
            <a:endParaRPr/>
          </a:p>
          <a:p>
            <a:pPr algn="l">
              <a:lnSpc>
                <a:spcPts val="3079"/>
              </a:lnSpc>
              <a:defRPr/>
            </a:pPr>
            <a:r>
              <a:rPr lang="en-US" sz="2200">
                <a:solidFill>
                  <a:srgbClr val="FFFFFF"/>
                </a:solidFill>
                <a:latin typeface="Aptos"/>
                <a:ea typeface="Times New Roman MT"/>
                <a:cs typeface="Times New Roman MT"/>
              </a:rPr>
              <a:t>Design and aesthetic lead</a:t>
            </a:r>
            <a:endParaRPr/>
          </a:p>
          <a:p>
            <a:pPr algn="l">
              <a:lnSpc>
                <a:spcPts val="3079"/>
              </a:lnSpc>
              <a:defRPr/>
            </a:pPr>
            <a:endParaRPr lang="en-US" sz="2200">
              <a:solidFill>
                <a:srgbClr val="FFFFFF"/>
              </a:solidFill>
              <a:latin typeface="Times New Roman MT"/>
              <a:ea typeface="Times New Roman MT"/>
              <a:cs typeface="Times New Roman MT"/>
            </a:endParaRPr>
          </a:p>
          <a:p>
            <a:pPr marL="474976" lvl="1" indent="-237488" algn="l">
              <a:lnSpc>
                <a:spcPts val="3079"/>
              </a:lnSpc>
              <a:buFont typeface="Arial"/>
              <a:buChar char="•"/>
              <a:defRPr/>
            </a:pPr>
            <a:r>
              <a:rPr lang="en-US" sz="2200">
                <a:solidFill>
                  <a:srgbClr val="FFECA8"/>
                </a:solidFill>
                <a:latin typeface="Aptos"/>
                <a:ea typeface="Times New Roman MT"/>
                <a:cs typeface="Times New Roman MT"/>
              </a:rPr>
              <a:t>Came up with the user interface of the app.</a:t>
            </a:r>
            <a:endParaRPr/>
          </a:p>
          <a:p>
            <a:pPr marL="474976" lvl="1" indent="-237488" algn="l">
              <a:lnSpc>
                <a:spcPts val="3079"/>
              </a:lnSpc>
              <a:buFont typeface="Arial"/>
              <a:buChar char="•"/>
              <a:defRPr/>
            </a:pPr>
            <a:r>
              <a:rPr lang="en-US" sz="2200">
                <a:solidFill>
                  <a:srgbClr val="FFECA8"/>
                </a:solidFill>
                <a:latin typeface="Aptos"/>
                <a:ea typeface="Times New Roman MT"/>
                <a:cs typeface="Times New Roman MT"/>
              </a:rPr>
              <a:t>Ensured that app is user-friendly while being impactful.</a:t>
            </a:r>
            <a:endParaRPr/>
          </a:p>
          <a:p>
            <a:pPr marL="474976" lvl="1" indent="-237488" algn="l">
              <a:lnSpc>
                <a:spcPts val="3079"/>
              </a:lnSpc>
              <a:buFont typeface="Arial"/>
              <a:buChar char="•"/>
              <a:defRPr/>
            </a:pPr>
            <a:r>
              <a:rPr lang="en-US" sz="2200">
                <a:solidFill>
                  <a:srgbClr val="FFECA8"/>
                </a:solidFill>
                <a:latin typeface="Aptos"/>
                <a:ea typeface="Times New Roman MT"/>
                <a:cs typeface="Times New Roman MT"/>
              </a:rPr>
              <a:t>Curated the presentation on screen.</a:t>
            </a:r>
            <a:endParaRPr/>
          </a:p>
          <a:p>
            <a:pPr algn="l">
              <a:lnSpc>
                <a:spcPts val="5599"/>
              </a:lnSpc>
              <a:defRPr/>
            </a:pPr>
            <a:endParaRPr lang="en-US" sz="2200">
              <a:solidFill>
                <a:srgbClr val="FFECA8"/>
              </a:solidFill>
              <a:latin typeface="Times New Roman MT"/>
              <a:ea typeface="Times New Roman MT"/>
              <a:cs typeface="Times New Roman MT"/>
            </a:endParaRPr>
          </a:p>
          <a:p>
            <a:pPr algn="l">
              <a:lnSpc>
                <a:spcPts val="3359"/>
              </a:lnSpc>
              <a:defRPr/>
            </a:pPr>
            <a:endParaRPr lang="en-US" sz="2200">
              <a:solidFill>
                <a:srgbClr val="FFECA8"/>
              </a:solidFill>
              <a:latin typeface="Times New Roman MT"/>
              <a:ea typeface="Times New Roman MT"/>
              <a:cs typeface="Times New Roman MT"/>
            </a:endParaRPr>
          </a:p>
        </p:txBody>
      </p:sp>
      <p:sp>
        <p:nvSpPr>
          <p:cNvPr id="959180011" name="TextBox 33"/>
          <p:cNvSpPr txBox="1"/>
          <p:nvPr/>
        </p:nvSpPr>
        <p:spPr bwMode="auto">
          <a:xfrm>
            <a:off x="6627587" y="5533138"/>
            <a:ext cx="7032912" cy="3252470"/>
          </a:xfrm>
          <a:prstGeom prst="rect">
            <a:avLst/>
          </a:prstGeom>
        </p:spPr>
        <p:txBody>
          <a:bodyPr lIns="0" tIns="0" rIns="0" bIns="0" rtlCol="0" anchor="t">
            <a:spAutoFit/>
          </a:bodyPr>
          <a:lstStyle/>
          <a:p>
            <a:pPr algn="just">
              <a:lnSpc>
                <a:spcPts val="3779"/>
              </a:lnSpc>
              <a:defRPr/>
            </a:pPr>
            <a:r>
              <a:rPr lang="en-US" sz="2700" b="1">
                <a:solidFill>
                  <a:srgbClr val="FFFFFF"/>
                </a:solidFill>
                <a:latin typeface="Aptos"/>
                <a:ea typeface="Times New Roman MT Bold"/>
                <a:cs typeface="Times New Roman MT Bold"/>
              </a:rPr>
              <a:t>Atreya Chakraborty (Class 10)</a:t>
            </a:r>
            <a:endParaRPr/>
          </a:p>
          <a:p>
            <a:pPr algn="just">
              <a:lnSpc>
                <a:spcPts val="3079"/>
              </a:lnSpc>
              <a:defRPr/>
            </a:pPr>
            <a:r>
              <a:rPr lang="en-US" sz="2200">
                <a:solidFill>
                  <a:srgbClr val="FFFFFF"/>
                </a:solidFill>
                <a:latin typeface="Aptos"/>
                <a:ea typeface="Times New Roman MT"/>
                <a:cs typeface="Times New Roman MT"/>
              </a:rPr>
              <a:t>Ideation and development lead</a:t>
            </a:r>
            <a:endParaRPr/>
          </a:p>
          <a:p>
            <a:pPr algn="just">
              <a:lnSpc>
                <a:spcPts val="3079"/>
              </a:lnSpc>
              <a:defRPr/>
            </a:pPr>
            <a:endParaRPr lang="en-US" sz="2200">
              <a:solidFill>
                <a:srgbClr val="FFFFFF"/>
              </a:solidFill>
              <a:latin typeface="Times New Roman MT"/>
              <a:ea typeface="Times New Roman MT"/>
              <a:cs typeface="Times New Roman MT"/>
            </a:endParaRPr>
          </a:p>
          <a:p>
            <a:pPr marL="474979" lvl="1" indent="-237490" algn="l">
              <a:lnSpc>
                <a:spcPts val="3079"/>
              </a:lnSpc>
              <a:buFont typeface="Arial"/>
              <a:buChar char="•"/>
              <a:defRPr/>
            </a:pPr>
            <a:r>
              <a:rPr lang="en-US" sz="2200">
                <a:solidFill>
                  <a:srgbClr val="FFECA8"/>
                </a:solidFill>
                <a:latin typeface="Aptos"/>
                <a:ea typeface="Times New Roman MT"/>
                <a:cs typeface="Times New Roman MT"/>
              </a:rPr>
              <a:t>Brought the core idea of the app to life.</a:t>
            </a:r>
            <a:endParaRPr/>
          </a:p>
          <a:p>
            <a:pPr marL="474979" lvl="1" indent="-237490" algn="l">
              <a:lnSpc>
                <a:spcPts val="3079"/>
              </a:lnSpc>
              <a:buFont typeface="Arial"/>
              <a:buChar char="•"/>
              <a:defRPr/>
            </a:pPr>
            <a:r>
              <a:rPr lang="en-US" sz="2200">
                <a:solidFill>
                  <a:srgbClr val="FFECA8"/>
                </a:solidFill>
                <a:latin typeface="Aptos"/>
                <a:ea typeface="Times New Roman MT"/>
                <a:cs typeface="Times New Roman MT"/>
              </a:rPr>
              <a:t>Focused on incorporation modern solutions to modern problems.</a:t>
            </a:r>
            <a:endParaRPr/>
          </a:p>
          <a:p>
            <a:pPr marL="474979" lvl="1" indent="-237490" algn="l">
              <a:lnSpc>
                <a:spcPts val="3079"/>
              </a:lnSpc>
              <a:buFont typeface="Arial"/>
              <a:buChar char="•"/>
              <a:defRPr/>
            </a:pPr>
            <a:r>
              <a:rPr lang="en-US" sz="2200">
                <a:solidFill>
                  <a:srgbClr val="FFECA8"/>
                </a:solidFill>
                <a:latin typeface="Aptos"/>
                <a:ea typeface="Times New Roman MT"/>
                <a:cs typeface="Times New Roman MT"/>
              </a:rPr>
              <a:t>Co-ordinated the technical implementation and real-time linkage.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5543C8">
                <a:alpha val="100000"/>
              </a:srgbClr>
            </a:gs>
            <a:gs pos="100000">
              <a:srgbClr val="402DAD">
                <a:alpha val="100000"/>
              </a:srgbClr>
            </a:gs>
          </a:gsLst>
          <a:lin ang="5400000" scaled="1"/>
        </a:gradFill>
      </p:bgPr>
    </p:bg>
    <p:spTree>
      <p:nvGrpSpPr>
        <p:cNvPr id="1" name=""/>
        <p:cNvGrpSpPr/>
        <p:nvPr/>
      </p:nvGrpSpPr>
      <p:grpSpPr bwMode="auto">
        <a:xfrm>
          <a:off x="0" y="0"/>
          <a:ext cx="0" cy="0"/>
          <a:chOff x="0" y="0"/>
          <a:chExt cx="0" cy="0"/>
        </a:xfrm>
      </p:grpSpPr>
      <p:grpSp>
        <p:nvGrpSpPr>
          <p:cNvPr id="2136971970" name="Group 2"/>
          <p:cNvGrpSpPr/>
          <p:nvPr/>
        </p:nvGrpSpPr>
        <p:grpSpPr bwMode="auto">
          <a:xfrm>
            <a:off x="5832480" y="8948348"/>
            <a:ext cx="1990589" cy="1495576"/>
            <a:chOff x="0" y="0"/>
            <a:chExt cx="524270" cy="393897"/>
          </a:xfrm>
        </p:grpSpPr>
        <p:sp>
          <p:nvSpPr>
            <p:cNvPr id="3" name="Freeform 3"/>
            <p:cNvSpPr/>
            <p:nvPr/>
          </p:nvSpPr>
          <p:spPr bwMode="auto">
            <a:xfrm>
              <a:off x="0" y="0"/>
              <a:ext cx="524270" cy="393896"/>
            </a:xfrm>
            <a:custGeom>
              <a:avLst/>
              <a:gdLst/>
              <a:ahLst/>
              <a:cxnLst/>
              <a:rect l="l" t="t" r="r" b="b"/>
              <a:pathLst>
                <a:path w="524270" h="393896" fill="norm" stroke="1" extrusionOk="0">
                  <a:moveTo>
                    <a:pt x="77785" y="0"/>
                  </a:moveTo>
                  <a:lnTo>
                    <a:pt x="446485" y="0"/>
                  </a:lnTo>
                  <a:cubicBezTo>
                    <a:pt x="489445" y="0"/>
                    <a:pt x="524270" y="34826"/>
                    <a:pt x="524270" y="77785"/>
                  </a:cubicBezTo>
                  <a:lnTo>
                    <a:pt x="524270" y="316111"/>
                  </a:lnTo>
                  <a:cubicBezTo>
                    <a:pt x="524270" y="359071"/>
                    <a:pt x="489445" y="393896"/>
                    <a:pt x="446485" y="393896"/>
                  </a:cubicBezTo>
                  <a:lnTo>
                    <a:pt x="77785" y="393896"/>
                  </a:lnTo>
                  <a:cubicBezTo>
                    <a:pt x="34826" y="393896"/>
                    <a:pt x="0" y="359071"/>
                    <a:pt x="0" y="316111"/>
                  </a:cubicBezTo>
                  <a:lnTo>
                    <a:pt x="0" y="77785"/>
                  </a:lnTo>
                  <a:cubicBezTo>
                    <a:pt x="0" y="34826"/>
                    <a:pt x="34826" y="0"/>
                    <a:pt x="77785" y="0"/>
                  </a:cubicBezTo>
                  <a:close/>
                </a:path>
              </a:pathLst>
            </a:custGeom>
            <a:solidFill>
              <a:srgbClr val="D9D9D9">
                <a:alpha val="11765"/>
              </a:srgbClr>
            </a:solidFill>
          </p:spPr>
        </p:sp>
        <p:sp>
          <p:nvSpPr>
            <p:cNvPr id="4" name="TextBox 4"/>
            <p:cNvSpPr txBox="1"/>
            <p:nvPr/>
          </p:nvSpPr>
          <p:spPr bwMode="auto">
            <a:xfrm>
              <a:off x="0" y="-95250"/>
              <a:ext cx="524270" cy="48914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706948850" name="Group 5"/>
          <p:cNvGrpSpPr/>
          <p:nvPr/>
        </p:nvGrpSpPr>
        <p:grpSpPr bwMode="auto">
          <a:xfrm>
            <a:off x="1271423" y="6458963"/>
            <a:ext cx="2650464" cy="2350005"/>
            <a:chOff x="0" y="0"/>
            <a:chExt cx="698065" cy="618931"/>
          </a:xfrm>
        </p:grpSpPr>
        <p:sp>
          <p:nvSpPr>
            <p:cNvPr id="6" name="Freeform 6"/>
            <p:cNvSpPr/>
            <p:nvPr/>
          </p:nvSpPr>
          <p:spPr bwMode="auto">
            <a:xfrm>
              <a:off x="0" y="0"/>
              <a:ext cx="698065" cy="618931"/>
            </a:xfrm>
            <a:custGeom>
              <a:avLst/>
              <a:gdLst/>
              <a:ahLst/>
              <a:cxnLst/>
              <a:rect l="l" t="t" r="r" b="b"/>
              <a:pathLst>
                <a:path w="698065" h="618931" fill="norm" stroke="1" extrusionOk="0">
                  <a:moveTo>
                    <a:pt x="58419" y="0"/>
                  </a:moveTo>
                  <a:lnTo>
                    <a:pt x="639645" y="0"/>
                  </a:lnTo>
                  <a:cubicBezTo>
                    <a:pt x="655139" y="0"/>
                    <a:pt x="669998" y="6155"/>
                    <a:pt x="680954" y="17111"/>
                  </a:cubicBezTo>
                  <a:cubicBezTo>
                    <a:pt x="691910" y="28066"/>
                    <a:pt x="698065" y="42926"/>
                    <a:pt x="698065" y="58419"/>
                  </a:cubicBezTo>
                  <a:lnTo>
                    <a:pt x="698065" y="560512"/>
                  </a:lnTo>
                  <a:cubicBezTo>
                    <a:pt x="698065" y="592776"/>
                    <a:pt x="671909" y="618931"/>
                    <a:pt x="639645" y="618931"/>
                  </a:cubicBezTo>
                  <a:lnTo>
                    <a:pt x="58419" y="618931"/>
                  </a:lnTo>
                  <a:cubicBezTo>
                    <a:pt x="26155" y="618931"/>
                    <a:pt x="0" y="592776"/>
                    <a:pt x="0" y="560512"/>
                  </a:cubicBezTo>
                  <a:lnTo>
                    <a:pt x="0" y="58419"/>
                  </a:lnTo>
                  <a:cubicBezTo>
                    <a:pt x="0" y="26155"/>
                    <a:pt x="26155" y="0"/>
                    <a:pt x="58419" y="0"/>
                  </a:cubicBezTo>
                  <a:close/>
                </a:path>
              </a:pathLst>
            </a:custGeom>
            <a:solidFill>
              <a:srgbClr val="D9D9D9">
                <a:alpha val="11765"/>
              </a:srgbClr>
            </a:solidFill>
          </p:spPr>
        </p:sp>
        <p:sp>
          <p:nvSpPr>
            <p:cNvPr id="7" name="TextBox 7"/>
            <p:cNvSpPr txBox="1"/>
            <p:nvPr/>
          </p:nvSpPr>
          <p:spPr bwMode="auto">
            <a:xfrm>
              <a:off x="0" y="-95250"/>
              <a:ext cx="698065" cy="714181"/>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01764574" name="Group 8"/>
          <p:cNvGrpSpPr/>
          <p:nvPr/>
        </p:nvGrpSpPr>
        <p:grpSpPr bwMode="auto">
          <a:xfrm>
            <a:off x="17259300" y="6573926"/>
            <a:ext cx="2182578" cy="2466911"/>
            <a:chOff x="0" y="0"/>
            <a:chExt cx="574835" cy="649721"/>
          </a:xfrm>
        </p:grpSpPr>
        <p:sp>
          <p:nvSpPr>
            <p:cNvPr id="9" name="Freeform 9"/>
            <p:cNvSpPr/>
            <p:nvPr/>
          </p:nvSpPr>
          <p:spPr bwMode="auto">
            <a:xfrm>
              <a:off x="0" y="0"/>
              <a:ext cx="574836" cy="649721"/>
            </a:xfrm>
            <a:custGeom>
              <a:avLst/>
              <a:gdLst/>
              <a:ahLst/>
              <a:cxnLst/>
              <a:rect l="l" t="t" r="r" b="b"/>
              <a:pathLst>
                <a:path w="574836" h="649721" fill="norm" stroke="1" extrusionOk="0">
                  <a:moveTo>
                    <a:pt x="70943" y="0"/>
                  </a:moveTo>
                  <a:lnTo>
                    <a:pt x="503893" y="0"/>
                  </a:lnTo>
                  <a:cubicBezTo>
                    <a:pt x="543073" y="0"/>
                    <a:pt x="574836" y="31762"/>
                    <a:pt x="574836" y="70943"/>
                  </a:cubicBezTo>
                  <a:lnTo>
                    <a:pt x="574836" y="578779"/>
                  </a:lnTo>
                  <a:cubicBezTo>
                    <a:pt x="574836" y="597594"/>
                    <a:pt x="567361" y="615638"/>
                    <a:pt x="554057" y="628943"/>
                  </a:cubicBezTo>
                  <a:cubicBezTo>
                    <a:pt x="540752" y="642247"/>
                    <a:pt x="522708" y="649721"/>
                    <a:pt x="503893" y="649721"/>
                  </a:cubicBezTo>
                  <a:lnTo>
                    <a:pt x="70943" y="649721"/>
                  </a:lnTo>
                  <a:cubicBezTo>
                    <a:pt x="31762" y="649721"/>
                    <a:pt x="0" y="617959"/>
                    <a:pt x="0" y="578779"/>
                  </a:cubicBezTo>
                  <a:lnTo>
                    <a:pt x="0" y="70943"/>
                  </a:lnTo>
                  <a:cubicBezTo>
                    <a:pt x="0" y="52128"/>
                    <a:pt x="7474" y="34083"/>
                    <a:pt x="20779" y="20779"/>
                  </a:cubicBezTo>
                  <a:cubicBezTo>
                    <a:pt x="34083" y="7474"/>
                    <a:pt x="52128" y="0"/>
                    <a:pt x="70943" y="0"/>
                  </a:cubicBezTo>
                  <a:close/>
                </a:path>
              </a:pathLst>
            </a:custGeom>
            <a:solidFill>
              <a:srgbClr val="D9D9D9">
                <a:alpha val="11765"/>
              </a:srgbClr>
            </a:solidFill>
          </p:spPr>
        </p:sp>
        <p:sp>
          <p:nvSpPr>
            <p:cNvPr id="10" name="TextBox 10"/>
            <p:cNvSpPr txBox="1"/>
            <p:nvPr/>
          </p:nvSpPr>
          <p:spPr bwMode="auto">
            <a:xfrm>
              <a:off x="0" y="-95250"/>
              <a:ext cx="574835" cy="744971"/>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009757405" name="Group 11"/>
          <p:cNvGrpSpPr/>
          <p:nvPr/>
        </p:nvGrpSpPr>
        <p:grpSpPr bwMode="auto">
          <a:xfrm>
            <a:off x="16464594" y="9547239"/>
            <a:ext cx="1223669" cy="1121088"/>
            <a:chOff x="0" y="0"/>
            <a:chExt cx="322283" cy="295266"/>
          </a:xfrm>
        </p:grpSpPr>
        <p:sp>
          <p:nvSpPr>
            <p:cNvPr id="12" name="Freeform 12"/>
            <p:cNvSpPr/>
            <p:nvPr/>
          </p:nvSpPr>
          <p:spPr bwMode="auto">
            <a:xfrm>
              <a:off x="0" y="0"/>
              <a:ext cx="322283" cy="295266"/>
            </a:xfrm>
            <a:custGeom>
              <a:avLst/>
              <a:gdLst/>
              <a:ahLst/>
              <a:cxnLst/>
              <a:rect l="l" t="t" r="r" b="b"/>
              <a:pathLst>
                <a:path w="322283" h="295266" fill="norm" stroke="1" extrusionOk="0">
                  <a:moveTo>
                    <a:pt x="126536" y="0"/>
                  </a:moveTo>
                  <a:lnTo>
                    <a:pt x="195747" y="0"/>
                  </a:lnTo>
                  <a:cubicBezTo>
                    <a:pt x="265631" y="0"/>
                    <a:pt x="322283" y="56652"/>
                    <a:pt x="322283" y="126536"/>
                  </a:cubicBezTo>
                  <a:lnTo>
                    <a:pt x="322283" y="168730"/>
                  </a:lnTo>
                  <a:cubicBezTo>
                    <a:pt x="322283" y="238614"/>
                    <a:pt x="265631" y="295266"/>
                    <a:pt x="195747" y="295266"/>
                  </a:cubicBezTo>
                  <a:lnTo>
                    <a:pt x="126536" y="295266"/>
                  </a:lnTo>
                  <a:cubicBezTo>
                    <a:pt x="56652" y="295266"/>
                    <a:pt x="0" y="238614"/>
                    <a:pt x="0" y="168730"/>
                  </a:cubicBezTo>
                  <a:lnTo>
                    <a:pt x="0" y="126536"/>
                  </a:lnTo>
                  <a:cubicBezTo>
                    <a:pt x="0" y="56652"/>
                    <a:pt x="56652" y="0"/>
                    <a:pt x="126536" y="0"/>
                  </a:cubicBezTo>
                  <a:close/>
                </a:path>
              </a:pathLst>
            </a:custGeom>
            <a:solidFill>
              <a:srgbClr val="D9D9D9">
                <a:alpha val="11765"/>
              </a:srgbClr>
            </a:solidFill>
          </p:spPr>
        </p:sp>
        <p:sp>
          <p:nvSpPr>
            <p:cNvPr id="13" name="TextBox 13"/>
            <p:cNvSpPr txBox="1"/>
            <p:nvPr/>
          </p:nvSpPr>
          <p:spPr bwMode="auto">
            <a:xfrm>
              <a:off x="0" y="-95250"/>
              <a:ext cx="322283" cy="390516"/>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055121438" name="Group 14"/>
          <p:cNvGrpSpPr/>
          <p:nvPr/>
        </p:nvGrpSpPr>
        <p:grpSpPr bwMode="auto">
          <a:xfrm>
            <a:off x="3921887" y="2944372"/>
            <a:ext cx="4316496" cy="4318760"/>
            <a:chOff x="0" y="0"/>
            <a:chExt cx="1136855" cy="1137451"/>
          </a:xfrm>
        </p:grpSpPr>
        <p:sp>
          <p:nvSpPr>
            <p:cNvPr id="15" name="Freeform 15"/>
            <p:cNvSpPr/>
            <p:nvPr/>
          </p:nvSpPr>
          <p:spPr bwMode="auto">
            <a:xfrm>
              <a:off x="0" y="0"/>
              <a:ext cx="1136855" cy="1137451"/>
            </a:xfrm>
            <a:custGeom>
              <a:avLst/>
              <a:gdLst/>
              <a:ahLst/>
              <a:cxnLst/>
              <a:rect l="l" t="t" r="r" b="b"/>
              <a:pathLst>
                <a:path w="1136855" h="1137451" fill="norm" stroke="1" extrusionOk="0">
                  <a:moveTo>
                    <a:pt x="35871" y="0"/>
                  </a:moveTo>
                  <a:lnTo>
                    <a:pt x="1100984" y="0"/>
                  </a:lnTo>
                  <a:cubicBezTo>
                    <a:pt x="1110497" y="0"/>
                    <a:pt x="1119621" y="3779"/>
                    <a:pt x="1126349" y="10506"/>
                  </a:cubicBezTo>
                  <a:cubicBezTo>
                    <a:pt x="1133076" y="17234"/>
                    <a:pt x="1136855" y="26358"/>
                    <a:pt x="1136855" y="35871"/>
                  </a:cubicBezTo>
                  <a:lnTo>
                    <a:pt x="1136855" y="1101580"/>
                  </a:lnTo>
                  <a:cubicBezTo>
                    <a:pt x="1136855" y="1111094"/>
                    <a:pt x="1133076" y="1120218"/>
                    <a:pt x="1126349" y="1126945"/>
                  </a:cubicBezTo>
                  <a:cubicBezTo>
                    <a:pt x="1119621" y="1133672"/>
                    <a:pt x="1110497" y="1137451"/>
                    <a:pt x="1100984" y="1137451"/>
                  </a:cubicBezTo>
                  <a:lnTo>
                    <a:pt x="35871" y="1137451"/>
                  </a:lnTo>
                  <a:cubicBezTo>
                    <a:pt x="26358" y="1137451"/>
                    <a:pt x="17234" y="1133672"/>
                    <a:pt x="10506" y="1126945"/>
                  </a:cubicBezTo>
                  <a:cubicBezTo>
                    <a:pt x="3779" y="1120218"/>
                    <a:pt x="0" y="1111094"/>
                    <a:pt x="0" y="1101580"/>
                  </a:cubicBezTo>
                  <a:lnTo>
                    <a:pt x="0" y="35871"/>
                  </a:lnTo>
                  <a:cubicBezTo>
                    <a:pt x="0" y="26358"/>
                    <a:pt x="3779" y="17234"/>
                    <a:pt x="10506" y="10506"/>
                  </a:cubicBezTo>
                  <a:cubicBezTo>
                    <a:pt x="17234" y="3779"/>
                    <a:pt x="26358" y="0"/>
                    <a:pt x="35871" y="0"/>
                  </a:cubicBezTo>
                  <a:close/>
                </a:path>
              </a:pathLst>
            </a:custGeom>
            <a:solidFill>
              <a:srgbClr val="D9D9D9">
                <a:alpha val="11765"/>
              </a:srgbClr>
            </a:solidFill>
          </p:spPr>
        </p:sp>
        <p:sp>
          <p:nvSpPr>
            <p:cNvPr id="16" name="TextBox 16"/>
            <p:cNvSpPr txBox="1"/>
            <p:nvPr/>
          </p:nvSpPr>
          <p:spPr bwMode="auto">
            <a:xfrm>
              <a:off x="0" y="-95250"/>
              <a:ext cx="1136855" cy="1232700"/>
            </a:xfrm>
            <a:prstGeom prst="rect">
              <a:avLst/>
            </a:prstGeom>
            <a:grpFill/>
          </p:spPr>
          <p:txBody>
            <a:bodyPr lIns="50800" tIns="50800" rIns="50800" bIns="50800" rtlCol="0" anchor="ctr"/>
            <a:lstStyle/>
            <a:p>
              <a:pPr marL="0" lvl="0" indent="0" algn="ctr">
                <a:lnSpc>
                  <a:spcPts val="3359"/>
                </a:lnSpc>
                <a:defRPr/>
              </a:pPr>
              <a:endParaRPr/>
            </a:p>
          </p:txBody>
        </p:sp>
      </p:grpSp>
      <p:sp>
        <p:nvSpPr>
          <p:cNvPr id="784153008" name="Freeform 17"/>
          <p:cNvSpPr/>
          <p:nvPr/>
        </p:nvSpPr>
        <p:spPr bwMode="auto">
          <a:xfrm>
            <a:off x="7955295" y="2668850"/>
            <a:ext cx="5433815" cy="1426376"/>
          </a:xfrm>
          <a:custGeom>
            <a:avLst/>
            <a:gdLst/>
            <a:ahLst/>
            <a:cxnLst/>
            <a:rect l="l" t="t" r="r" b="b"/>
            <a:pathLst>
              <a:path w="5433815" h="1426376" fill="norm" stroke="1" extrusionOk="0">
                <a:moveTo>
                  <a:pt x="0" y="0"/>
                </a:moveTo>
                <a:lnTo>
                  <a:pt x="5433815" y="0"/>
                </a:lnTo>
                <a:lnTo>
                  <a:pt x="5433815" y="1426376"/>
                </a:lnTo>
                <a:lnTo>
                  <a:pt x="0" y="1426376"/>
                </a:lnTo>
                <a:lnTo>
                  <a:pt x="0" y="0"/>
                </a:lnTo>
                <a:close/>
              </a:path>
            </a:pathLst>
          </a:custGeom>
          <a:blipFill rotWithShape="1">
            <a:blip r:embed="rId3">
              <a:alphaModFix amt="70000"/>
            </a:blip>
            <a:stretch/>
          </a:blipFill>
        </p:spPr>
        <p:txBody>
          <a:bodyPr/>
          <a:p>
            <a:pPr algn="l"/>
          </a:p>
        </p:txBody>
      </p:sp>
      <p:sp>
        <p:nvSpPr>
          <p:cNvPr id="2034505069" name="Freeform 18"/>
          <p:cNvSpPr/>
          <p:nvPr/>
        </p:nvSpPr>
        <p:spPr bwMode="auto">
          <a:xfrm>
            <a:off x="10131314" y="5176981"/>
            <a:ext cx="5433815" cy="1426376"/>
          </a:xfrm>
          <a:custGeom>
            <a:avLst/>
            <a:gdLst/>
            <a:ahLst/>
            <a:cxnLst/>
            <a:rect l="l" t="t" r="r" b="b"/>
            <a:pathLst>
              <a:path w="5433815" h="1426376" fill="norm" stroke="1" extrusionOk="0">
                <a:moveTo>
                  <a:pt x="0" y="0"/>
                </a:moveTo>
                <a:lnTo>
                  <a:pt x="5433815" y="0"/>
                </a:lnTo>
                <a:lnTo>
                  <a:pt x="5433815" y="1426377"/>
                </a:lnTo>
                <a:lnTo>
                  <a:pt x="0" y="1426377"/>
                </a:lnTo>
                <a:lnTo>
                  <a:pt x="0" y="0"/>
                </a:lnTo>
                <a:close/>
              </a:path>
            </a:pathLst>
          </a:custGeom>
          <a:blipFill rotWithShape="1">
            <a:blip r:embed="rId3">
              <a:alphaModFix amt="70000"/>
            </a:blip>
            <a:stretch/>
          </a:blipFill>
        </p:spPr>
        <p:txBody>
          <a:bodyPr/>
          <a:p>
            <a:pPr algn="l"/>
          </a:p>
        </p:txBody>
      </p:sp>
      <p:sp>
        <p:nvSpPr>
          <p:cNvPr id="473126547" name="Freeform 19"/>
          <p:cNvSpPr/>
          <p:nvPr/>
        </p:nvSpPr>
        <p:spPr bwMode="auto">
          <a:xfrm>
            <a:off x="9163626" y="8120863"/>
            <a:ext cx="5433815" cy="1426376"/>
          </a:xfrm>
          <a:custGeom>
            <a:avLst/>
            <a:gdLst/>
            <a:ahLst/>
            <a:cxnLst/>
            <a:rect l="l" t="t" r="r" b="b"/>
            <a:pathLst>
              <a:path w="5433815" h="1426376" fill="norm" stroke="1" extrusionOk="0">
                <a:moveTo>
                  <a:pt x="0" y="0"/>
                </a:moveTo>
                <a:lnTo>
                  <a:pt x="5433815" y="0"/>
                </a:lnTo>
                <a:lnTo>
                  <a:pt x="5433815" y="1426376"/>
                </a:lnTo>
                <a:lnTo>
                  <a:pt x="0" y="1426376"/>
                </a:lnTo>
                <a:lnTo>
                  <a:pt x="0" y="0"/>
                </a:lnTo>
                <a:close/>
              </a:path>
            </a:pathLst>
          </a:custGeom>
          <a:blipFill rotWithShape="1">
            <a:blip r:embed="rId3">
              <a:alphaModFix amt="70000"/>
            </a:blip>
            <a:stretch/>
          </a:blipFill>
        </p:spPr>
        <p:txBody>
          <a:bodyPr/>
          <a:p>
            <a:pPr algn="l"/>
          </a:p>
        </p:txBody>
      </p:sp>
      <p:sp>
        <p:nvSpPr>
          <p:cNvPr id="1810151171" name="Freeform 20"/>
          <p:cNvSpPr/>
          <p:nvPr/>
        </p:nvSpPr>
        <p:spPr bwMode="auto">
          <a:xfrm>
            <a:off x="14958686" y="8700625"/>
            <a:ext cx="1602895" cy="420759"/>
          </a:xfrm>
          <a:custGeom>
            <a:avLst/>
            <a:gdLst/>
            <a:ahLst/>
            <a:cxnLst/>
            <a:rect l="l" t="t" r="r" b="b"/>
            <a:pathLst>
              <a:path w="1602895" h="420760" fill="norm" stroke="1" extrusionOk="0">
                <a:moveTo>
                  <a:pt x="0" y="0"/>
                </a:moveTo>
                <a:lnTo>
                  <a:pt x="1602894" y="0"/>
                </a:lnTo>
                <a:lnTo>
                  <a:pt x="1602894" y="420760"/>
                </a:lnTo>
                <a:lnTo>
                  <a:pt x="0" y="420760"/>
                </a:lnTo>
                <a:lnTo>
                  <a:pt x="0" y="0"/>
                </a:lnTo>
                <a:close/>
              </a:path>
            </a:pathLst>
          </a:custGeom>
          <a:blipFill rotWithShape="1">
            <a:blip r:embed="rId3">
              <a:alphaModFix amt="70000"/>
            </a:blip>
            <a:stretch/>
          </a:blipFill>
        </p:spPr>
        <p:txBody>
          <a:bodyPr/>
          <a:p>
            <a:pPr algn="l"/>
          </a:p>
        </p:txBody>
      </p:sp>
      <p:grpSp>
        <p:nvGrpSpPr>
          <p:cNvPr id="1214449742" name="Group 21"/>
          <p:cNvGrpSpPr/>
          <p:nvPr/>
        </p:nvGrpSpPr>
        <p:grpSpPr bwMode="auto">
          <a:xfrm>
            <a:off x="7142524" y="461073"/>
            <a:ext cx="992942" cy="892581"/>
            <a:chOff x="0" y="0"/>
            <a:chExt cx="261516" cy="235083"/>
          </a:xfrm>
        </p:grpSpPr>
        <p:sp>
          <p:nvSpPr>
            <p:cNvPr id="22" name="Freeform 22"/>
            <p:cNvSpPr/>
            <p:nvPr/>
          </p:nvSpPr>
          <p:spPr bwMode="auto">
            <a:xfrm>
              <a:off x="0" y="0"/>
              <a:ext cx="261516" cy="235083"/>
            </a:xfrm>
            <a:custGeom>
              <a:avLst/>
              <a:gdLst/>
              <a:ahLst/>
              <a:cxnLst/>
              <a:rect l="l" t="t" r="r" b="b"/>
              <a:pathLst>
                <a:path w="261516" h="235083" fill="norm" stroke="1" extrusionOk="0">
                  <a:moveTo>
                    <a:pt x="117542" y="0"/>
                  </a:moveTo>
                  <a:lnTo>
                    <a:pt x="143974" y="0"/>
                  </a:lnTo>
                  <a:cubicBezTo>
                    <a:pt x="208891" y="0"/>
                    <a:pt x="261516" y="52625"/>
                    <a:pt x="261516" y="117542"/>
                  </a:cubicBezTo>
                  <a:lnTo>
                    <a:pt x="261516" y="117542"/>
                  </a:lnTo>
                  <a:cubicBezTo>
                    <a:pt x="261516" y="182458"/>
                    <a:pt x="208891" y="235083"/>
                    <a:pt x="143974" y="235083"/>
                  </a:cubicBezTo>
                  <a:lnTo>
                    <a:pt x="117542" y="235083"/>
                  </a:lnTo>
                  <a:cubicBezTo>
                    <a:pt x="52625" y="235083"/>
                    <a:pt x="0" y="182458"/>
                    <a:pt x="0" y="117542"/>
                  </a:cubicBezTo>
                  <a:lnTo>
                    <a:pt x="0" y="117542"/>
                  </a:lnTo>
                  <a:cubicBezTo>
                    <a:pt x="0" y="52625"/>
                    <a:pt x="52625" y="0"/>
                    <a:pt x="117542" y="0"/>
                  </a:cubicBezTo>
                  <a:close/>
                </a:path>
              </a:pathLst>
            </a:custGeom>
            <a:solidFill>
              <a:srgbClr val="FFB703"/>
            </a:solidFill>
          </p:spPr>
        </p:sp>
        <p:sp>
          <p:nvSpPr>
            <p:cNvPr id="23" name="TextBox 23"/>
            <p:cNvSpPr txBox="1"/>
            <p:nvPr/>
          </p:nvSpPr>
          <p:spPr bwMode="auto">
            <a:xfrm>
              <a:off x="0" y="-95250"/>
              <a:ext cx="261516" cy="33033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842776475" name="Group 24"/>
          <p:cNvGrpSpPr/>
          <p:nvPr/>
        </p:nvGrpSpPr>
        <p:grpSpPr bwMode="auto">
          <a:xfrm>
            <a:off x="11855279" y="2713978"/>
            <a:ext cx="992942" cy="892581"/>
            <a:chOff x="0" y="0"/>
            <a:chExt cx="261516" cy="235083"/>
          </a:xfrm>
        </p:grpSpPr>
        <p:sp>
          <p:nvSpPr>
            <p:cNvPr id="25" name="Freeform 25"/>
            <p:cNvSpPr/>
            <p:nvPr/>
          </p:nvSpPr>
          <p:spPr bwMode="auto">
            <a:xfrm>
              <a:off x="0" y="0"/>
              <a:ext cx="261516" cy="235083"/>
            </a:xfrm>
            <a:custGeom>
              <a:avLst/>
              <a:gdLst/>
              <a:ahLst/>
              <a:cxnLst/>
              <a:rect l="l" t="t" r="r" b="b"/>
              <a:pathLst>
                <a:path w="261516" h="235083" fill="norm" stroke="1" extrusionOk="0">
                  <a:moveTo>
                    <a:pt x="117542" y="0"/>
                  </a:moveTo>
                  <a:lnTo>
                    <a:pt x="143974" y="0"/>
                  </a:lnTo>
                  <a:cubicBezTo>
                    <a:pt x="208891" y="0"/>
                    <a:pt x="261516" y="52625"/>
                    <a:pt x="261516" y="117542"/>
                  </a:cubicBezTo>
                  <a:lnTo>
                    <a:pt x="261516" y="117542"/>
                  </a:lnTo>
                  <a:cubicBezTo>
                    <a:pt x="261516" y="182458"/>
                    <a:pt x="208891" y="235083"/>
                    <a:pt x="143974" y="235083"/>
                  </a:cubicBezTo>
                  <a:lnTo>
                    <a:pt x="117542" y="235083"/>
                  </a:lnTo>
                  <a:cubicBezTo>
                    <a:pt x="52625" y="235083"/>
                    <a:pt x="0" y="182458"/>
                    <a:pt x="0" y="117542"/>
                  </a:cubicBezTo>
                  <a:lnTo>
                    <a:pt x="0" y="117542"/>
                  </a:lnTo>
                  <a:cubicBezTo>
                    <a:pt x="0" y="52625"/>
                    <a:pt x="52625" y="0"/>
                    <a:pt x="117542" y="0"/>
                  </a:cubicBezTo>
                  <a:close/>
                </a:path>
              </a:pathLst>
            </a:custGeom>
            <a:solidFill>
              <a:srgbClr val="FFB703"/>
            </a:solidFill>
          </p:spPr>
        </p:sp>
        <p:sp>
          <p:nvSpPr>
            <p:cNvPr id="26" name="TextBox 26"/>
            <p:cNvSpPr txBox="1"/>
            <p:nvPr/>
          </p:nvSpPr>
          <p:spPr bwMode="auto">
            <a:xfrm>
              <a:off x="0" y="-95250"/>
              <a:ext cx="261516" cy="33033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04399397" name="Group 27"/>
          <p:cNvGrpSpPr/>
          <p:nvPr/>
        </p:nvGrpSpPr>
        <p:grpSpPr bwMode="auto">
          <a:xfrm>
            <a:off x="7458823" y="5176981"/>
            <a:ext cx="992942" cy="892581"/>
            <a:chOff x="0" y="0"/>
            <a:chExt cx="261516" cy="235083"/>
          </a:xfrm>
        </p:grpSpPr>
        <p:sp>
          <p:nvSpPr>
            <p:cNvPr id="28" name="Freeform 28"/>
            <p:cNvSpPr/>
            <p:nvPr/>
          </p:nvSpPr>
          <p:spPr bwMode="auto">
            <a:xfrm>
              <a:off x="0" y="0"/>
              <a:ext cx="261516" cy="235083"/>
            </a:xfrm>
            <a:custGeom>
              <a:avLst/>
              <a:gdLst/>
              <a:ahLst/>
              <a:cxnLst/>
              <a:rect l="l" t="t" r="r" b="b"/>
              <a:pathLst>
                <a:path w="261516" h="235083" fill="norm" stroke="1" extrusionOk="0">
                  <a:moveTo>
                    <a:pt x="117542" y="0"/>
                  </a:moveTo>
                  <a:lnTo>
                    <a:pt x="143974" y="0"/>
                  </a:lnTo>
                  <a:cubicBezTo>
                    <a:pt x="208891" y="0"/>
                    <a:pt x="261516" y="52625"/>
                    <a:pt x="261516" y="117542"/>
                  </a:cubicBezTo>
                  <a:lnTo>
                    <a:pt x="261516" y="117542"/>
                  </a:lnTo>
                  <a:cubicBezTo>
                    <a:pt x="261516" y="182458"/>
                    <a:pt x="208891" y="235083"/>
                    <a:pt x="143974" y="235083"/>
                  </a:cubicBezTo>
                  <a:lnTo>
                    <a:pt x="117542" y="235083"/>
                  </a:lnTo>
                  <a:cubicBezTo>
                    <a:pt x="52625" y="235083"/>
                    <a:pt x="0" y="182458"/>
                    <a:pt x="0" y="117542"/>
                  </a:cubicBezTo>
                  <a:lnTo>
                    <a:pt x="0" y="117542"/>
                  </a:lnTo>
                  <a:cubicBezTo>
                    <a:pt x="0" y="52625"/>
                    <a:pt x="52625" y="0"/>
                    <a:pt x="117542" y="0"/>
                  </a:cubicBezTo>
                  <a:close/>
                </a:path>
              </a:pathLst>
            </a:custGeom>
            <a:solidFill>
              <a:srgbClr val="FFB703"/>
            </a:solidFill>
          </p:spPr>
        </p:sp>
        <p:sp>
          <p:nvSpPr>
            <p:cNvPr id="29" name="TextBox 29"/>
            <p:cNvSpPr txBox="1"/>
            <p:nvPr/>
          </p:nvSpPr>
          <p:spPr bwMode="auto">
            <a:xfrm>
              <a:off x="0" y="-95250"/>
              <a:ext cx="261516" cy="33033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678000431" name="Group 30"/>
          <p:cNvGrpSpPr/>
          <p:nvPr/>
        </p:nvGrpSpPr>
        <p:grpSpPr bwMode="auto">
          <a:xfrm>
            <a:off x="7776778" y="440146"/>
            <a:ext cx="5438605" cy="2076303"/>
            <a:chOff x="0" y="0"/>
            <a:chExt cx="1432390" cy="546845"/>
          </a:xfrm>
        </p:grpSpPr>
        <p:sp>
          <p:nvSpPr>
            <p:cNvPr id="31" name="Freeform 31"/>
            <p:cNvSpPr/>
            <p:nvPr/>
          </p:nvSpPr>
          <p:spPr bwMode="auto">
            <a:xfrm>
              <a:off x="0" y="0"/>
              <a:ext cx="1432390" cy="546845"/>
            </a:xfrm>
            <a:custGeom>
              <a:avLst/>
              <a:gdLst/>
              <a:ahLst/>
              <a:cxnLst/>
              <a:rect l="l" t="t" r="r" b="b"/>
              <a:pathLst>
                <a:path w="1432390" h="546845" fill="norm" stroke="1" extrusionOk="0">
                  <a:moveTo>
                    <a:pt x="28470" y="0"/>
                  </a:moveTo>
                  <a:lnTo>
                    <a:pt x="1403920" y="0"/>
                  </a:lnTo>
                  <a:cubicBezTo>
                    <a:pt x="1411470" y="0"/>
                    <a:pt x="1418712" y="3000"/>
                    <a:pt x="1424051" y="8339"/>
                  </a:cubicBezTo>
                  <a:cubicBezTo>
                    <a:pt x="1429390" y="13678"/>
                    <a:pt x="1432390" y="20919"/>
                    <a:pt x="1432390" y="28470"/>
                  </a:cubicBezTo>
                  <a:lnTo>
                    <a:pt x="1432390" y="518375"/>
                  </a:lnTo>
                  <a:cubicBezTo>
                    <a:pt x="1432390" y="534099"/>
                    <a:pt x="1419643" y="546845"/>
                    <a:pt x="1403920" y="546845"/>
                  </a:cubicBezTo>
                  <a:lnTo>
                    <a:pt x="28470" y="546845"/>
                  </a:lnTo>
                  <a:cubicBezTo>
                    <a:pt x="12747" y="546845"/>
                    <a:pt x="0" y="534099"/>
                    <a:pt x="0" y="518375"/>
                  </a:cubicBezTo>
                  <a:lnTo>
                    <a:pt x="0" y="28470"/>
                  </a:lnTo>
                  <a:cubicBezTo>
                    <a:pt x="0" y="12747"/>
                    <a:pt x="12747" y="0"/>
                    <a:pt x="28470" y="0"/>
                  </a:cubicBezTo>
                  <a:close/>
                </a:path>
              </a:pathLst>
            </a:custGeom>
            <a:solidFill>
              <a:srgbClr val="FFFFFF"/>
            </a:solidFill>
          </p:spPr>
        </p:sp>
        <p:sp>
          <p:nvSpPr>
            <p:cNvPr id="32" name="TextBox 32"/>
            <p:cNvSpPr txBox="1"/>
            <p:nvPr/>
          </p:nvSpPr>
          <p:spPr bwMode="auto">
            <a:xfrm>
              <a:off x="0" y="-95250"/>
              <a:ext cx="1432390" cy="642095"/>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780265722" name="Group 33"/>
          <p:cNvGrpSpPr/>
          <p:nvPr/>
        </p:nvGrpSpPr>
        <p:grpSpPr bwMode="auto">
          <a:xfrm>
            <a:off x="12481060" y="2713978"/>
            <a:ext cx="5438605" cy="2047175"/>
            <a:chOff x="0" y="0"/>
            <a:chExt cx="1432390" cy="539174"/>
          </a:xfrm>
        </p:grpSpPr>
        <p:sp>
          <p:nvSpPr>
            <p:cNvPr id="34" name="Freeform 34"/>
            <p:cNvSpPr/>
            <p:nvPr/>
          </p:nvSpPr>
          <p:spPr bwMode="auto">
            <a:xfrm>
              <a:off x="0" y="0"/>
              <a:ext cx="1432390" cy="539174"/>
            </a:xfrm>
            <a:custGeom>
              <a:avLst/>
              <a:gdLst/>
              <a:ahLst/>
              <a:cxnLst/>
              <a:rect l="l" t="t" r="r" b="b"/>
              <a:pathLst>
                <a:path w="1432390" h="539174" fill="norm" stroke="1" extrusionOk="0">
                  <a:moveTo>
                    <a:pt x="28470" y="0"/>
                  </a:moveTo>
                  <a:lnTo>
                    <a:pt x="1403920" y="0"/>
                  </a:lnTo>
                  <a:cubicBezTo>
                    <a:pt x="1411470" y="0"/>
                    <a:pt x="1418712" y="3000"/>
                    <a:pt x="1424051" y="8339"/>
                  </a:cubicBezTo>
                  <a:cubicBezTo>
                    <a:pt x="1429390" y="13678"/>
                    <a:pt x="1432390" y="20919"/>
                    <a:pt x="1432390" y="28470"/>
                  </a:cubicBezTo>
                  <a:lnTo>
                    <a:pt x="1432390" y="510704"/>
                  </a:lnTo>
                  <a:cubicBezTo>
                    <a:pt x="1432390" y="526427"/>
                    <a:pt x="1419643" y="539174"/>
                    <a:pt x="1403920" y="539174"/>
                  </a:cubicBezTo>
                  <a:lnTo>
                    <a:pt x="28470" y="539174"/>
                  </a:lnTo>
                  <a:cubicBezTo>
                    <a:pt x="20919" y="539174"/>
                    <a:pt x="13678" y="536174"/>
                    <a:pt x="8339" y="530835"/>
                  </a:cubicBezTo>
                  <a:cubicBezTo>
                    <a:pt x="3000" y="525496"/>
                    <a:pt x="0" y="518254"/>
                    <a:pt x="0" y="510704"/>
                  </a:cubicBezTo>
                  <a:lnTo>
                    <a:pt x="0" y="28470"/>
                  </a:lnTo>
                  <a:cubicBezTo>
                    <a:pt x="0" y="12747"/>
                    <a:pt x="12747" y="0"/>
                    <a:pt x="28470" y="0"/>
                  </a:cubicBezTo>
                  <a:close/>
                </a:path>
              </a:pathLst>
            </a:custGeom>
            <a:solidFill>
              <a:srgbClr val="FFFFFF"/>
            </a:solidFill>
          </p:spPr>
        </p:sp>
        <p:sp>
          <p:nvSpPr>
            <p:cNvPr id="35" name="TextBox 35"/>
            <p:cNvSpPr txBox="1"/>
            <p:nvPr/>
          </p:nvSpPr>
          <p:spPr bwMode="auto">
            <a:xfrm>
              <a:off x="0" y="-95250"/>
              <a:ext cx="1432390" cy="634424"/>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2087524166" name="Group 36"/>
          <p:cNvGrpSpPr/>
          <p:nvPr/>
        </p:nvGrpSpPr>
        <p:grpSpPr bwMode="auto">
          <a:xfrm>
            <a:off x="8056637" y="5143500"/>
            <a:ext cx="5473067" cy="2230336"/>
            <a:chOff x="0" y="0"/>
            <a:chExt cx="1441466" cy="587414"/>
          </a:xfrm>
        </p:grpSpPr>
        <p:sp>
          <p:nvSpPr>
            <p:cNvPr id="37" name="Freeform 37"/>
            <p:cNvSpPr/>
            <p:nvPr/>
          </p:nvSpPr>
          <p:spPr bwMode="auto">
            <a:xfrm>
              <a:off x="0" y="0"/>
              <a:ext cx="1441466" cy="587414"/>
            </a:xfrm>
            <a:custGeom>
              <a:avLst/>
              <a:gdLst/>
              <a:ahLst/>
              <a:cxnLst/>
              <a:rect l="l" t="t" r="r" b="b"/>
              <a:pathLst>
                <a:path w="1441466" h="587414" fill="norm" stroke="1" extrusionOk="0">
                  <a:moveTo>
                    <a:pt x="28291" y="0"/>
                  </a:moveTo>
                  <a:lnTo>
                    <a:pt x="1413175" y="0"/>
                  </a:lnTo>
                  <a:cubicBezTo>
                    <a:pt x="1428800" y="0"/>
                    <a:pt x="1441466" y="12666"/>
                    <a:pt x="1441466" y="28291"/>
                  </a:cubicBezTo>
                  <a:lnTo>
                    <a:pt x="1441466" y="559123"/>
                  </a:lnTo>
                  <a:cubicBezTo>
                    <a:pt x="1441466" y="574747"/>
                    <a:pt x="1428800" y="587414"/>
                    <a:pt x="1413175" y="587414"/>
                  </a:cubicBezTo>
                  <a:lnTo>
                    <a:pt x="28291" y="587414"/>
                  </a:lnTo>
                  <a:cubicBezTo>
                    <a:pt x="12666" y="587414"/>
                    <a:pt x="0" y="574747"/>
                    <a:pt x="0" y="559123"/>
                  </a:cubicBezTo>
                  <a:lnTo>
                    <a:pt x="0" y="28291"/>
                  </a:lnTo>
                  <a:cubicBezTo>
                    <a:pt x="0" y="12666"/>
                    <a:pt x="12666" y="0"/>
                    <a:pt x="28291" y="0"/>
                  </a:cubicBezTo>
                  <a:close/>
                </a:path>
              </a:pathLst>
            </a:custGeom>
            <a:solidFill>
              <a:srgbClr val="FFFFFF"/>
            </a:solidFill>
          </p:spPr>
        </p:sp>
        <p:sp>
          <p:nvSpPr>
            <p:cNvPr id="38" name="TextBox 38"/>
            <p:cNvSpPr txBox="1"/>
            <p:nvPr/>
          </p:nvSpPr>
          <p:spPr bwMode="auto">
            <a:xfrm>
              <a:off x="0" y="-95250"/>
              <a:ext cx="1441466" cy="682664"/>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406951242" name="Group 39"/>
          <p:cNvGrpSpPr/>
          <p:nvPr/>
        </p:nvGrpSpPr>
        <p:grpSpPr bwMode="auto">
          <a:xfrm>
            <a:off x="12760920" y="279138"/>
            <a:ext cx="782542" cy="782542"/>
            <a:chOff x="0" y="0"/>
            <a:chExt cx="812800" cy="812800"/>
          </a:xfrm>
        </p:grpSpPr>
        <p:sp>
          <p:nvSpPr>
            <p:cNvPr id="40" name="Freeform 40"/>
            <p:cNvSpPr/>
            <p:nvPr/>
          </p:nvSpPr>
          <p:spPr bwMode="auto">
            <a:xfrm>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703"/>
            </a:solidFill>
          </p:spPr>
        </p:sp>
        <p:sp>
          <p:nvSpPr>
            <p:cNvPr id="41" name="TextBox 41"/>
            <p:cNvSpPr txBox="1"/>
            <p:nvPr/>
          </p:nvSpPr>
          <p:spPr bwMode="auto">
            <a:xfrm>
              <a:off x="76200" y="-19050"/>
              <a:ext cx="660400" cy="755650"/>
            </a:xfrm>
            <a:prstGeom prst="rect">
              <a:avLst/>
            </a:prstGeom>
            <a:grpFill/>
          </p:spPr>
          <p:txBody>
            <a:bodyPr lIns="50800" tIns="50800" rIns="50800" bIns="50800" rtlCol="0" anchor="ctr"/>
            <a:lstStyle/>
            <a:p>
              <a:pPr marL="0" lvl="0" indent="0" algn="ctr">
                <a:lnSpc>
                  <a:spcPts val="3359"/>
                </a:lnSpc>
                <a:defRPr/>
              </a:pPr>
              <a:endParaRPr/>
            </a:p>
          </p:txBody>
        </p:sp>
      </p:grpSp>
      <p:sp>
        <p:nvSpPr>
          <p:cNvPr id="1756497223" name="Freeform 42"/>
          <p:cNvSpPr/>
          <p:nvPr/>
        </p:nvSpPr>
        <p:spPr bwMode="auto">
          <a:xfrm>
            <a:off x="12974396" y="469957"/>
            <a:ext cx="355590" cy="437407"/>
          </a:xfrm>
          <a:custGeom>
            <a:avLst/>
            <a:gdLst/>
            <a:ahLst/>
            <a:cxnLst/>
            <a:rect l="l" t="t" r="r" b="b"/>
            <a:pathLst>
              <a:path w="355590" h="437407" fill="norm" stroke="1" extrusionOk="0">
                <a:moveTo>
                  <a:pt x="0" y="0"/>
                </a:moveTo>
                <a:lnTo>
                  <a:pt x="355590" y="0"/>
                </a:lnTo>
                <a:lnTo>
                  <a:pt x="355590" y="437407"/>
                </a:lnTo>
                <a:lnTo>
                  <a:pt x="0" y="437407"/>
                </a:lnTo>
                <a:lnTo>
                  <a:pt x="0" y="0"/>
                </a:lnTo>
                <a:close/>
              </a:path>
            </a:pathLst>
          </a:custGeom>
          <a:blipFill rotWithShape="1">
            <a:blip r:embed="rId4"/>
            <a:stretch/>
          </a:blipFill>
        </p:spPr>
        <p:txBody>
          <a:bodyPr/>
          <a:p>
            <a:pPr algn="l"/>
          </a:p>
        </p:txBody>
      </p:sp>
      <p:grpSp>
        <p:nvGrpSpPr>
          <p:cNvPr id="683800345" name="Group 43"/>
          <p:cNvGrpSpPr/>
          <p:nvPr/>
        </p:nvGrpSpPr>
        <p:grpSpPr bwMode="auto">
          <a:xfrm>
            <a:off x="11855279" y="7774235"/>
            <a:ext cx="992942" cy="892581"/>
            <a:chOff x="0" y="0"/>
            <a:chExt cx="261516" cy="235083"/>
          </a:xfrm>
        </p:grpSpPr>
        <p:sp>
          <p:nvSpPr>
            <p:cNvPr id="44" name="Freeform 44"/>
            <p:cNvSpPr/>
            <p:nvPr/>
          </p:nvSpPr>
          <p:spPr bwMode="auto">
            <a:xfrm>
              <a:off x="0" y="0"/>
              <a:ext cx="261516" cy="235083"/>
            </a:xfrm>
            <a:custGeom>
              <a:avLst/>
              <a:gdLst/>
              <a:ahLst/>
              <a:cxnLst/>
              <a:rect l="l" t="t" r="r" b="b"/>
              <a:pathLst>
                <a:path w="261516" h="235083" fill="norm" stroke="1" extrusionOk="0">
                  <a:moveTo>
                    <a:pt x="117542" y="0"/>
                  </a:moveTo>
                  <a:lnTo>
                    <a:pt x="143974" y="0"/>
                  </a:lnTo>
                  <a:cubicBezTo>
                    <a:pt x="208891" y="0"/>
                    <a:pt x="261516" y="52625"/>
                    <a:pt x="261516" y="117542"/>
                  </a:cubicBezTo>
                  <a:lnTo>
                    <a:pt x="261516" y="117542"/>
                  </a:lnTo>
                  <a:cubicBezTo>
                    <a:pt x="261516" y="182458"/>
                    <a:pt x="208891" y="235083"/>
                    <a:pt x="143974" y="235083"/>
                  </a:cubicBezTo>
                  <a:lnTo>
                    <a:pt x="117542" y="235083"/>
                  </a:lnTo>
                  <a:cubicBezTo>
                    <a:pt x="52625" y="235083"/>
                    <a:pt x="0" y="182458"/>
                    <a:pt x="0" y="117542"/>
                  </a:cubicBezTo>
                  <a:lnTo>
                    <a:pt x="0" y="117542"/>
                  </a:lnTo>
                  <a:cubicBezTo>
                    <a:pt x="0" y="52625"/>
                    <a:pt x="52625" y="0"/>
                    <a:pt x="117542" y="0"/>
                  </a:cubicBezTo>
                  <a:close/>
                </a:path>
              </a:pathLst>
            </a:custGeom>
            <a:solidFill>
              <a:srgbClr val="FFB703"/>
            </a:solidFill>
          </p:spPr>
        </p:sp>
        <p:sp>
          <p:nvSpPr>
            <p:cNvPr id="45" name="TextBox 45"/>
            <p:cNvSpPr txBox="1"/>
            <p:nvPr/>
          </p:nvSpPr>
          <p:spPr bwMode="auto">
            <a:xfrm>
              <a:off x="0" y="-95250"/>
              <a:ext cx="261516" cy="33033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403585843" name="Group 46"/>
          <p:cNvGrpSpPr/>
          <p:nvPr/>
        </p:nvGrpSpPr>
        <p:grpSpPr bwMode="auto">
          <a:xfrm>
            <a:off x="12446598" y="7774235"/>
            <a:ext cx="5473067" cy="2333548"/>
            <a:chOff x="0" y="0"/>
            <a:chExt cx="1441466" cy="614597"/>
          </a:xfrm>
        </p:grpSpPr>
        <p:sp>
          <p:nvSpPr>
            <p:cNvPr id="47" name="Freeform 47"/>
            <p:cNvSpPr/>
            <p:nvPr/>
          </p:nvSpPr>
          <p:spPr bwMode="auto">
            <a:xfrm>
              <a:off x="0" y="0"/>
              <a:ext cx="1441466" cy="614597"/>
            </a:xfrm>
            <a:custGeom>
              <a:avLst/>
              <a:gdLst/>
              <a:ahLst/>
              <a:cxnLst/>
              <a:rect l="l" t="t" r="r" b="b"/>
              <a:pathLst>
                <a:path w="1441466" h="614597" fill="norm" stroke="1" extrusionOk="0">
                  <a:moveTo>
                    <a:pt x="28291" y="0"/>
                  </a:moveTo>
                  <a:lnTo>
                    <a:pt x="1413175" y="0"/>
                  </a:lnTo>
                  <a:cubicBezTo>
                    <a:pt x="1428800" y="0"/>
                    <a:pt x="1441466" y="12666"/>
                    <a:pt x="1441466" y="28291"/>
                  </a:cubicBezTo>
                  <a:lnTo>
                    <a:pt x="1441466" y="586306"/>
                  </a:lnTo>
                  <a:cubicBezTo>
                    <a:pt x="1441466" y="601931"/>
                    <a:pt x="1428800" y="614597"/>
                    <a:pt x="1413175" y="614597"/>
                  </a:cubicBezTo>
                  <a:lnTo>
                    <a:pt x="28291" y="614597"/>
                  </a:lnTo>
                  <a:cubicBezTo>
                    <a:pt x="12666" y="614597"/>
                    <a:pt x="0" y="601931"/>
                    <a:pt x="0" y="586306"/>
                  </a:cubicBezTo>
                  <a:lnTo>
                    <a:pt x="0" y="28291"/>
                  </a:lnTo>
                  <a:cubicBezTo>
                    <a:pt x="0" y="12666"/>
                    <a:pt x="12666" y="0"/>
                    <a:pt x="28291" y="0"/>
                  </a:cubicBezTo>
                  <a:close/>
                </a:path>
              </a:pathLst>
            </a:custGeom>
            <a:solidFill>
              <a:srgbClr val="FFFFFF"/>
            </a:solidFill>
          </p:spPr>
        </p:sp>
        <p:sp>
          <p:nvSpPr>
            <p:cNvPr id="48" name="TextBox 48"/>
            <p:cNvSpPr txBox="1"/>
            <p:nvPr/>
          </p:nvSpPr>
          <p:spPr bwMode="auto">
            <a:xfrm>
              <a:off x="0" y="-95250"/>
              <a:ext cx="1441466" cy="70984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614206119" name="Group 49"/>
          <p:cNvGrpSpPr/>
          <p:nvPr/>
        </p:nvGrpSpPr>
        <p:grpSpPr bwMode="auto">
          <a:xfrm>
            <a:off x="1443563" y="3434262"/>
            <a:ext cx="5076500" cy="8915385"/>
            <a:chOff x="0" y="0"/>
            <a:chExt cx="1337020" cy="2348085"/>
          </a:xfrm>
        </p:grpSpPr>
        <p:sp>
          <p:nvSpPr>
            <p:cNvPr id="50" name="Freeform 50"/>
            <p:cNvSpPr/>
            <p:nvPr/>
          </p:nvSpPr>
          <p:spPr bwMode="auto">
            <a:xfrm>
              <a:off x="0" y="0"/>
              <a:ext cx="1337020" cy="2348085"/>
            </a:xfrm>
            <a:custGeom>
              <a:avLst/>
              <a:gdLst/>
              <a:ahLst/>
              <a:cxnLst/>
              <a:rect l="l" t="t" r="r" b="b"/>
              <a:pathLst>
                <a:path w="1337020" h="2348085" fill="norm" stroke="1" extrusionOk="0">
                  <a:moveTo>
                    <a:pt x="82353" y="0"/>
                  </a:moveTo>
                  <a:lnTo>
                    <a:pt x="1254668" y="0"/>
                  </a:lnTo>
                  <a:cubicBezTo>
                    <a:pt x="1300150" y="0"/>
                    <a:pt x="1337020" y="36871"/>
                    <a:pt x="1337020" y="82353"/>
                  </a:cubicBezTo>
                  <a:lnTo>
                    <a:pt x="1337020" y="2265732"/>
                  </a:lnTo>
                  <a:cubicBezTo>
                    <a:pt x="1337020" y="2311214"/>
                    <a:pt x="1300150" y="2348085"/>
                    <a:pt x="1254668" y="2348085"/>
                  </a:cubicBezTo>
                  <a:lnTo>
                    <a:pt x="82353" y="2348085"/>
                  </a:lnTo>
                  <a:cubicBezTo>
                    <a:pt x="60511" y="2348085"/>
                    <a:pt x="39565" y="2339408"/>
                    <a:pt x="24121" y="2323964"/>
                  </a:cubicBezTo>
                  <a:cubicBezTo>
                    <a:pt x="8676" y="2308520"/>
                    <a:pt x="0" y="2287573"/>
                    <a:pt x="0" y="2265732"/>
                  </a:cubicBezTo>
                  <a:lnTo>
                    <a:pt x="0" y="82353"/>
                  </a:lnTo>
                  <a:cubicBezTo>
                    <a:pt x="0" y="36871"/>
                    <a:pt x="36871" y="0"/>
                    <a:pt x="82353" y="0"/>
                  </a:cubicBezTo>
                  <a:close/>
                </a:path>
              </a:pathLst>
            </a:custGeom>
            <a:solidFill>
              <a:srgbClr val="F3F5FB"/>
            </a:solidFill>
          </p:spPr>
        </p:sp>
        <p:sp>
          <p:nvSpPr>
            <p:cNvPr id="51" name="TextBox 51"/>
            <p:cNvSpPr txBox="1"/>
            <p:nvPr/>
          </p:nvSpPr>
          <p:spPr bwMode="auto">
            <a:xfrm>
              <a:off x="0" y="-95250"/>
              <a:ext cx="1337020" cy="2443335"/>
            </a:xfrm>
            <a:prstGeom prst="rect">
              <a:avLst/>
            </a:prstGeom>
            <a:grpFill/>
          </p:spPr>
          <p:txBody>
            <a:bodyPr lIns="50800" tIns="50800" rIns="50800" bIns="50800" rtlCol="0" anchor="ctr"/>
            <a:lstStyle/>
            <a:p>
              <a:pPr marL="0" lvl="0" indent="0" algn="ctr">
                <a:lnSpc>
                  <a:spcPts val="3359"/>
                </a:lnSpc>
                <a:defRPr/>
              </a:pPr>
              <a:endParaRPr/>
            </a:p>
          </p:txBody>
        </p:sp>
      </p:grpSp>
      <p:sp>
        <p:nvSpPr>
          <p:cNvPr id="613014050" name="Freeform 52"/>
          <p:cNvSpPr/>
          <p:nvPr/>
        </p:nvSpPr>
        <p:spPr bwMode="auto">
          <a:xfrm>
            <a:off x="1443563" y="3434262"/>
            <a:ext cx="5183434" cy="7900747"/>
          </a:xfrm>
          <a:custGeom>
            <a:avLst/>
            <a:gdLst/>
            <a:ahLst/>
            <a:cxnLst/>
            <a:rect l="l" t="t" r="r" b="b"/>
            <a:pathLst>
              <a:path w="5183434" h="7900747" fill="norm" stroke="1" extrusionOk="0">
                <a:moveTo>
                  <a:pt x="0" y="0"/>
                </a:moveTo>
                <a:lnTo>
                  <a:pt x="5183434" y="0"/>
                </a:lnTo>
                <a:lnTo>
                  <a:pt x="5183434" y="7900746"/>
                </a:lnTo>
                <a:lnTo>
                  <a:pt x="0" y="7900746"/>
                </a:lnTo>
                <a:lnTo>
                  <a:pt x="0" y="0"/>
                </a:lnTo>
                <a:close/>
              </a:path>
            </a:pathLst>
          </a:custGeom>
          <a:blipFill rotWithShape="1">
            <a:blip r:embed="rId5"/>
            <a:stretch>
              <a:fillRect l="0" t="-21118" r="0" b="-21117"/>
            </a:stretch>
          </a:blipFill>
        </p:spPr>
        <p:txBody>
          <a:bodyPr/>
          <a:p>
            <a:pPr algn="l"/>
          </a:p>
        </p:txBody>
      </p:sp>
      <p:sp>
        <p:nvSpPr>
          <p:cNvPr id="1732966295" name="Freeform 53"/>
          <p:cNvSpPr/>
          <p:nvPr/>
        </p:nvSpPr>
        <p:spPr bwMode="auto">
          <a:xfrm>
            <a:off x="1028700" y="3245472"/>
            <a:ext cx="6077721" cy="11751825"/>
          </a:xfrm>
          <a:custGeom>
            <a:avLst/>
            <a:gdLst/>
            <a:ahLst/>
            <a:cxnLst/>
            <a:rect l="l" t="t" r="r" b="b"/>
            <a:pathLst>
              <a:path w="6077721" h="11751825" fill="norm" stroke="1" extrusionOk="0">
                <a:moveTo>
                  <a:pt x="0" y="0"/>
                </a:moveTo>
                <a:lnTo>
                  <a:pt x="6077721" y="0"/>
                </a:lnTo>
                <a:lnTo>
                  <a:pt x="6077721" y="11751825"/>
                </a:lnTo>
                <a:lnTo>
                  <a:pt x="0" y="11751825"/>
                </a:lnTo>
                <a:lnTo>
                  <a:pt x="0" y="0"/>
                </a:lnTo>
                <a:close/>
              </a:path>
            </a:pathLst>
          </a:custGeom>
          <a:blipFill rotWithShape="1">
            <a:blip r:embed="rId6"/>
            <a:stretch>
              <a:fillRect l="-9941" t="0" r="-9941" b="0"/>
            </a:stretch>
          </a:blipFill>
        </p:spPr>
        <p:txBody>
          <a:bodyPr/>
          <a:p>
            <a:pPr algn="l"/>
          </a:p>
        </p:txBody>
      </p:sp>
      <p:sp>
        <p:nvSpPr>
          <p:cNvPr id="503450875" name="TextBox 54"/>
          <p:cNvSpPr txBox="1"/>
          <p:nvPr/>
        </p:nvSpPr>
        <p:spPr bwMode="auto">
          <a:xfrm>
            <a:off x="1016000" y="972293"/>
            <a:ext cx="5811775" cy="1741685"/>
          </a:xfrm>
          <a:prstGeom prst="rect">
            <a:avLst/>
          </a:prstGeom>
        </p:spPr>
        <p:txBody>
          <a:bodyPr lIns="0" tIns="0" rIns="0" bIns="0" rtlCol="0" anchor="t">
            <a:spAutoFit/>
          </a:bodyPr>
          <a:lstStyle/>
          <a:p>
            <a:pPr marL="0" lvl="0" indent="0" algn="l">
              <a:lnSpc>
                <a:spcPts val="6695"/>
              </a:lnSpc>
              <a:defRPr/>
            </a:pPr>
            <a:r>
              <a:rPr lang="en-US" sz="6700" spc="-167">
                <a:solidFill>
                  <a:srgbClr val="FFFFFF"/>
                </a:solidFill>
                <a:latin typeface="Aptos"/>
                <a:ea typeface="Archivo Black"/>
                <a:cs typeface="Archivo Black"/>
              </a:rPr>
              <a:t>KEY</a:t>
            </a:r>
            <a:endParaRPr/>
          </a:p>
          <a:p>
            <a:pPr marL="0" lvl="0" indent="0" algn="l">
              <a:lnSpc>
                <a:spcPts val="6695"/>
              </a:lnSpc>
              <a:defRPr/>
            </a:pPr>
            <a:r>
              <a:rPr lang="en-US" sz="6700" spc="-167">
                <a:solidFill>
                  <a:srgbClr val="FFFFFF"/>
                </a:solidFill>
                <a:latin typeface="Aptos"/>
                <a:ea typeface="Archivo Black"/>
                <a:cs typeface="Archivo Black"/>
              </a:rPr>
              <a:t>FEATURES</a:t>
            </a:r>
            <a:endParaRPr/>
          </a:p>
        </p:txBody>
      </p:sp>
      <p:sp>
        <p:nvSpPr>
          <p:cNvPr id="1735500318" name="TextBox 55"/>
          <p:cNvSpPr txBox="1"/>
          <p:nvPr/>
        </p:nvSpPr>
        <p:spPr bwMode="auto">
          <a:xfrm>
            <a:off x="8056637" y="574072"/>
            <a:ext cx="3213783" cy="453542"/>
          </a:xfrm>
          <a:prstGeom prst="rect">
            <a:avLst/>
          </a:prstGeom>
        </p:spPr>
        <p:txBody>
          <a:bodyPr lIns="0" tIns="0" rIns="0" bIns="0" rtlCol="0" anchor="t">
            <a:spAutoFit/>
          </a:bodyPr>
          <a:lstStyle/>
          <a:p>
            <a:pPr marL="0" lvl="0" indent="0" algn="l">
              <a:lnSpc>
                <a:spcPts val="3351"/>
              </a:lnSpc>
              <a:defRPr/>
            </a:pPr>
            <a:r>
              <a:rPr lang="en-US" sz="2400" b="1">
                <a:solidFill>
                  <a:srgbClr val="1F1E1E"/>
                </a:solidFill>
                <a:latin typeface="Aptos"/>
                <a:ea typeface="Times New Roman MT Bold"/>
                <a:cs typeface="Times New Roman MT Bold"/>
              </a:rPr>
              <a:t>SOS Emergency Alert</a:t>
            </a:r>
            <a:endParaRPr/>
          </a:p>
        </p:txBody>
      </p:sp>
      <p:sp>
        <p:nvSpPr>
          <p:cNvPr id="1722440062" name="TextBox 56"/>
          <p:cNvSpPr txBox="1"/>
          <p:nvPr/>
        </p:nvSpPr>
        <p:spPr bwMode="auto">
          <a:xfrm>
            <a:off x="7270298" y="575158"/>
            <a:ext cx="360343" cy="453542"/>
          </a:xfrm>
          <a:prstGeom prst="rect">
            <a:avLst/>
          </a:prstGeom>
        </p:spPr>
        <p:txBody>
          <a:bodyPr lIns="0" tIns="0" rIns="0" bIns="0" rtlCol="0" anchor="t">
            <a:spAutoFit/>
          </a:bodyPr>
          <a:lstStyle/>
          <a:p>
            <a:pPr marL="0" lvl="0" indent="0" algn="r">
              <a:lnSpc>
                <a:spcPts val="3351"/>
              </a:lnSpc>
              <a:defRPr/>
            </a:pPr>
            <a:r>
              <a:rPr lang="en-US" sz="2400" b="1">
                <a:solidFill>
                  <a:srgbClr val="2E2E2E"/>
                </a:solidFill>
                <a:latin typeface="Aptos"/>
                <a:ea typeface="Times New Roman MT Bold"/>
                <a:cs typeface="Times New Roman MT Bold"/>
              </a:rPr>
              <a:t>1</a:t>
            </a:r>
            <a:endParaRPr/>
          </a:p>
        </p:txBody>
      </p:sp>
      <p:sp>
        <p:nvSpPr>
          <p:cNvPr id="441950254" name="TextBox 57"/>
          <p:cNvSpPr txBox="1"/>
          <p:nvPr/>
        </p:nvSpPr>
        <p:spPr bwMode="auto">
          <a:xfrm>
            <a:off x="11922800" y="2885873"/>
            <a:ext cx="360343" cy="453542"/>
          </a:xfrm>
          <a:prstGeom prst="rect">
            <a:avLst/>
          </a:prstGeom>
        </p:spPr>
        <p:txBody>
          <a:bodyPr lIns="0" tIns="0" rIns="0" bIns="0" rtlCol="0" anchor="t">
            <a:spAutoFit/>
          </a:bodyPr>
          <a:lstStyle/>
          <a:p>
            <a:pPr marL="0" lvl="0" indent="0" algn="r">
              <a:lnSpc>
                <a:spcPts val="3351"/>
              </a:lnSpc>
              <a:defRPr/>
            </a:pPr>
            <a:r>
              <a:rPr lang="en-US" sz="2400" b="1">
                <a:solidFill>
                  <a:srgbClr val="2E2E2E"/>
                </a:solidFill>
                <a:latin typeface="Aptos"/>
                <a:ea typeface="Times New Roman MT Bold"/>
                <a:cs typeface="Times New Roman MT Bold"/>
              </a:rPr>
              <a:t>2</a:t>
            </a:r>
            <a:endParaRPr/>
          </a:p>
        </p:txBody>
      </p:sp>
      <p:sp>
        <p:nvSpPr>
          <p:cNvPr id="988054586" name="TextBox 58"/>
          <p:cNvSpPr txBox="1"/>
          <p:nvPr/>
        </p:nvSpPr>
        <p:spPr bwMode="auto">
          <a:xfrm>
            <a:off x="7573382" y="5348876"/>
            <a:ext cx="360343" cy="453542"/>
          </a:xfrm>
          <a:prstGeom prst="rect">
            <a:avLst/>
          </a:prstGeom>
        </p:spPr>
        <p:txBody>
          <a:bodyPr lIns="0" tIns="0" rIns="0" bIns="0" rtlCol="0" anchor="t">
            <a:spAutoFit/>
          </a:bodyPr>
          <a:lstStyle/>
          <a:p>
            <a:pPr marL="0" lvl="0" indent="0" algn="r">
              <a:lnSpc>
                <a:spcPts val="3351"/>
              </a:lnSpc>
              <a:defRPr/>
            </a:pPr>
            <a:r>
              <a:rPr lang="en-US" sz="2400" b="1">
                <a:solidFill>
                  <a:srgbClr val="2E2E2E"/>
                </a:solidFill>
                <a:latin typeface="Aptos"/>
                <a:ea typeface="Times New Roman MT Bold"/>
                <a:cs typeface="Times New Roman MT Bold"/>
              </a:rPr>
              <a:t>3</a:t>
            </a:r>
            <a:endParaRPr/>
          </a:p>
        </p:txBody>
      </p:sp>
      <p:sp>
        <p:nvSpPr>
          <p:cNvPr id="1398686751" name="TextBox 59"/>
          <p:cNvSpPr txBox="1"/>
          <p:nvPr/>
        </p:nvSpPr>
        <p:spPr bwMode="auto">
          <a:xfrm>
            <a:off x="12717125" y="2844934"/>
            <a:ext cx="3213783" cy="453542"/>
          </a:xfrm>
          <a:prstGeom prst="rect">
            <a:avLst/>
          </a:prstGeom>
        </p:spPr>
        <p:txBody>
          <a:bodyPr lIns="0" tIns="0" rIns="0" bIns="0" rtlCol="0" anchor="t">
            <a:spAutoFit/>
          </a:bodyPr>
          <a:lstStyle/>
          <a:p>
            <a:pPr marL="0" lvl="0" indent="0" algn="l">
              <a:lnSpc>
                <a:spcPts val="3351"/>
              </a:lnSpc>
              <a:defRPr/>
            </a:pPr>
            <a:r>
              <a:rPr lang="en-US" sz="2400" b="1">
                <a:solidFill>
                  <a:srgbClr val="1F1E1E"/>
                </a:solidFill>
                <a:latin typeface="Aptos"/>
                <a:ea typeface="Times New Roman MT Bold"/>
                <a:cs typeface="Times New Roman MT Bold"/>
              </a:rPr>
              <a:t>Live Location Sharing</a:t>
            </a:r>
            <a:endParaRPr/>
          </a:p>
        </p:txBody>
      </p:sp>
      <p:sp>
        <p:nvSpPr>
          <p:cNvPr id="794191300" name="TextBox 60"/>
          <p:cNvSpPr txBox="1"/>
          <p:nvPr/>
        </p:nvSpPr>
        <p:spPr bwMode="auto">
          <a:xfrm>
            <a:off x="8238384" y="5169730"/>
            <a:ext cx="3213783" cy="453542"/>
          </a:xfrm>
          <a:prstGeom prst="rect">
            <a:avLst/>
          </a:prstGeom>
        </p:spPr>
        <p:txBody>
          <a:bodyPr lIns="0" tIns="0" rIns="0" bIns="0" rtlCol="0" anchor="t">
            <a:spAutoFit/>
          </a:bodyPr>
          <a:lstStyle/>
          <a:p>
            <a:pPr marL="0" lvl="0" indent="0" algn="l">
              <a:lnSpc>
                <a:spcPts val="3351"/>
              </a:lnSpc>
              <a:defRPr/>
            </a:pPr>
            <a:r>
              <a:rPr lang="en-US" sz="2400" b="1">
                <a:solidFill>
                  <a:srgbClr val="1F1E1E"/>
                </a:solidFill>
                <a:latin typeface="Aptos"/>
                <a:ea typeface="Times New Roman MT Bold"/>
                <a:cs typeface="Times New Roman MT Bold"/>
              </a:rPr>
              <a:t>Trusted Contacts</a:t>
            </a:r>
            <a:endParaRPr/>
          </a:p>
        </p:txBody>
      </p:sp>
      <p:sp>
        <p:nvSpPr>
          <p:cNvPr id="570279197" name="TextBox 61"/>
          <p:cNvSpPr txBox="1"/>
          <p:nvPr/>
        </p:nvSpPr>
        <p:spPr bwMode="auto">
          <a:xfrm>
            <a:off x="8056637" y="1091467"/>
            <a:ext cx="4704283" cy="1017313"/>
          </a:xfrm>
          <a:prstGeom prst="rect">
            <a:avLst/>
          </a:prstGeom>
        </p:spPr>
        <p:txBody>
          <a:bodyPr lIns="0" tIns="0" rIns="0" bIns="0" rtlCol="0" anchor="t">
            <a:spAutoFit/>
          </a:bodyPr>
          <a:lstStyle/>
          <a:p>
            <a:pPr marL="0" lvl="0" indent="0" algn="just">
              <a:lnSpc>
                <a:spcPts val="2698"/>
              </a:lnSpc>
              <a:defRPr/>
            </a:pPr>
            <a:r>
              <a:rPr lang="en-US" sz="2000" spc="47">
                <a:solidFill>
                  <a:srgbClr val="1F1E1E"/>
                </a:solidFill>
                <a:latin typeface="Aptos"/>
                <a:ea typeface="Times New Roman MT"/>
                <a:cs typeface="Times New Roman MT"/>
              </a:rPr>
              <a:t>Instantly send an emergency SOS alert with your location to our certified volunteers and local authorities with just one tap.</a:t>
            </a:r>
            <a:endParaRPr/>
          </a:p>
        </p:txBody>
      </p:sp>
      <p:sp>
        <p:nvSpPr>
          <p:cNvPr id="1183080542" name="TextBox 62"/>
          <p:cNvSpPr txBox="1"/>
          <p:nvPr/>
        </p:nvSpPr>
        <p:spPr bwMode="auto">
          <a:xfrm>
            <a:off x="12848221" y="3348537"/>
            <a:ext cx="4704283" cy="1017313"/>
          </a:xfrm>
          <a:prstGeom prst="rect">
            <a:avLst/>
          </a:prstGeom>
        </p:spPr>
        <p:txBody>
          <a:bodyPr lIns="0" tIns="0" rIns="0" bIns="0" rtlCol="0" anchor="t">
            <a:spAutoFit/>
          </a:bodyPr>
          <a:lstStyle/>
          <a:p>
            <a:pPr marL="0" lvl="0" indent="0" algn="just">
              <a:lnSpc>
                <a:spcPts val="2698"/>
              </a:lnSpc>
              <a:defRPr/>
            </a:pPr>
            <a:r>
              <a:rPr lang="en-US" sz="2000" spc="47">
                <a:solidFill>
                  <a:srgbClr val="1F1E1E"/>
                </a:solidFill>
                <a:latin typeface="Aptos"/>
                <a:ea typeface="Times New Roman MT"/>
                <a:cs typeface="Times New Roman MT"/>
              </a:rPr>
              <a:t>Share your real-time location with family and friends so your loved ones can always track your journey and ensure your safety.</a:t>
            </a:r>
            <a:endParaRPr/>
          </a:p>
        </p:txBody>
      </p:sp>
      <p:sp>
        <p:nvSpPr>
          <p:cNvPr id="458554372" name="TextBox 63"/>
          <p:cNvSpPr txBox="1"/>
          <p:nvPr/>
        </p:nvSpPr>
        <p:spPr bwMode="auto">
          <a:xfrm>
            <a:off x="8320061" y="5737572"/>
            <a:ext cx="4704283" cy="1017313"/>
          </a:xfrm>
          <a:prstGeom prst="rect">
            <a:avLst/>
          </a:prstGeom>
        </p:spPr>
        <p:txBody>
          <a:bodyPr lIns="0" tIns="0" rIns="0" bIns="0" rtlCol="0" anchor="t">
            <a:spAutoFit/>
          </a:bodyPr>
          <a:lstStyle/>
          <a:p>
            <a:pPr marL="0" lvl="0" indent="0" algn="just">
              <a:lnSpc>
                <a:spcPts val="2698"/>
              </a:lnSpc>
              <a:defRPr/>
            </a:pPr>
            <a:r>
              <a:rPr lang="en-US" sz="2000" spc="47">
                <a:solidFill>
                  <a:srgbClr val="1F1E1E"/>
                </a:solidFill>
                <a:latin typeface="Aptos"/>
                <a:ea typeface="Times New Roman MT"/>
                <a:cs typeface="Times New Roman MT"/>
              </a:rPr>
              <a:t>A personal safety network of trusted contacts who are notified immediately in case of any emergency or distress situation.</a:t>
            </a:r>
            <a:endParaRPr/>
          </a:p>
        </p:txBody>
      </p:sp>
      <p:sp>
        <p:nvSpPr>
          <p:cNvPr id="773779211" name="TextBox 64"/>
          <p:cNvSpPr txBox="1"/>
          <p:nvPr/>
        </p:nvSpPr>
        <p:spPr bwMode="auto">
          <a:xfrm>
            <a:off x="12027070" y="7946079"/>
            <a:ext cx="151805" cy="453644"/>
          </a:xfrm>
          <a:prstGeom prst="rect">
            <a:avLst/>
          </a:prstGeom>
        </p:spPr>
        <p:txBody>
          <a:bodyPr lIns="0" tIns="0" rIns="0" bIns="0" rtlCol="0" anchor="t">
            <a:spAutoFit/>
          </a:bodyPr>
          <a:lstStyle/>
          <a:p>
            <a:pPr algn="ctr">
              <a:lnSpc>
                <a:spcPts val="3346"/>
              </a:lnSpc>
              <a:defRPr/>
            </a:pPr>
            <a:r>
              <a:rPr lang="en-US" sz="2400" b="1">
                <a:solidFill>
                  <a:srgbClr val="2E2E2E"/>
                </a:solidFill>
                <a:latin typeface="Aptos"/>
                <a:ea typeface="Times New Roman MT Bold"/>
                <a:cs typeface="Times New Roman MT Bold"/>
              </a:rPr>
              <a:t>4</a:t>
            </a:r>
            <a:endParaRPr/>
          </a:p>
        </p:txBody>
      </p:sp>
      <p:sp>
        <p:nvSpPr>
          <p:cNvPr id="1930713465" name="TextBox 65"/>
          <p:cNvSpPr txBox="1"/>
          <p:nvPr/>
        </p:nvSpPr>
        <p:spPr bwMode="auto">
          <a:xfrm>
            <a:off x="11583466" y="7766882"/>
            <a:ext cx="3919992" cy="453644"/>
          </a:xfrm>
          <a:prstGeom prst="rect">
            <a:avLst/>
          </a:prstGeom>
        </p:spPr>
        <p:txBody>
          <a:bodyPr lIns="0" tIns="0" rIns="0" bIns="0" rtlCol="0" anchor="t">
            <a:spAutoFit/>
          </a:bodyPr>
          <a:lstStyle/>
          <a:p>
            <a:pPr algn="ctr">
              <a:lnSpc>
                <a:spcPts val="3346"/>
              </a:lnSpc>
              <a:defRPr/>
            </a:pPr>
            <a:r>
              <a:rPr lang="en-US" sz="2400" b="1">
                <a:solidFill>
                  <a:srgbClr val="1F1E1E"/>
                </a:solidFill>
                <a:latin typeface="Aptos"/>
                <a:ea typeface="Times New Roman MT Bold"/>
                <a:cs typeface="Times New Roman MT Bold"/>
              </a:rPr>
              <a:t>Safety Pulse</a:t>
            </a:r>
            <a:endParaRPr/>
          </a:p>
        </p:txBody>
      </p:sp>
      <p:sp>
        <p:nvSpPr>
          <p:cNvPr id="1211081225" name="TextBox 66"/>
          <p:cNvSpPr txBox="1"/>
          <p:nvPr/>
        </p:nvSpPr>
        <p:spPr bwMode="auto">
          <a:xfrm>
            <a:off x="12579531" y="8180293"/>
            <a:ext cx="5207202" cy="1906948"/>
          </a:xfrm>
          <a:prstGeom prst="rect">
            <a:avLst/>
          </a:prstGeom>
        </p:spPr>
        <p:txBody>
          <a:bodyPr lIns="0" tIns="0" rIns="0" bIns="0" rtlCol="0" anchor="t">
            <a:spAutoFit/>
          </a:bodyPr>
          <a:lstStyle/>
          <a:p>
            <a:pPr marL="0" lvl="0" indent="0" algn="just">
              <a:lnSpc>
                <a:spcPts val="2548"/>
              </a:lnSpc>
              <a:defRPr/>
            </a:pPr>
            <a:r>
              <a:rPr lang="en-US" sz="2000" spc="45">
                <a:solidFill>
                  <a:srgbClr val="1F1E1E"/>
                </a:solidFill>
                <a:latin typeface="Aptos"/>
                <a:ea typeface="Times New Roman MT"/>
                <a:cs typeface="Times New Roman MT"/>
              </a:rPr>
              <a:t>Safety Pulse checks on users traveling alone. If there's no response after multiple attempts, the nearest police station is alerted.The app requires speaker permission so alerts can be heard even if the phone is on silent, preventing unnecessary emergency notifications.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5543C8">
                <a:alpha val="100000"/>
              </a:srgbClr>
            </a:gs>
            <a:gs pos="100000">
              <a:srgbClr val="402DAD">
                <a:alpha val="100000"/>
              </a:srgbClr>
            </a:gs>
          </a:gsLst>
          <a:lin ang="5400000" scaled="1"/>
        </a:gradFill>
      </p:bgPr>
    </p:bg>
    <p:spTree>
      <p:nvGrpSpPr>
        <p:cNvPr id="1" name=""/>
        <p:cNvGrpSpPr/>
        <p:nvPr/>
      </p:nvGrpSpPr>
      <p:grpSpPr bwMode="auto">
        <a:xfrm>
          <a:off x="0" y="0"/>
          <a:ext cx="0" cy="0"/>
          <a:chOff x="0" y="0"/>
          <a:chExt cx="0" cy="0"/>
        </a:xfrm>
      </p:grpSpPr>
      <p:grpSp>
        <p:nvGrpSpPr>
          <p:cNvPr id="1946858121" name="Group 2"/>
          <p:cNvGrpSpPr/>
          <p:nvPr/>
        </p:nvGrpSpPr>
        <p:grpSpPr bwMode="auto">
          <a:xfrm>
            <a:off x="5005128" y="4113340"/>
            <a:ext cx="2264935" cy="1957790"/>
            <a:chOff x="0" y="0"/>
            <a:chExt cx="596526" cy="515632"/>
          </a:xfrm>
        </p:grpSpPr>
        <p:sp>
          <p:nvSpPr>
            <p:cNvPr id="3" name="Freeform 3"/>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4" name="TextBox 4"/>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2100951728" name="Group 5"/>
          <p:cNvGrpSpPr/>
          <p:nvPr/>
        </p:nvGrpSpPr>
        <p:grpSpPr bwMode="auto">
          <a:xfrm>
            <a:off x="13264453" y="4922676"/>
            <a:ext cx="2264935" cy="1957790"/>
            <a:chOff x="0" y="0"/>
            <a:chExt cx="596526" cy="515632"/>
          </a:xfrm>
        </p:grpSpPr>
        <p:sp>
          <p:nvSpPr>
            <p:cNvPr id="6" name="Freeform 6"/>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7" name="TextBox 7"/>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593091071" name="Group 8"/>
          <p:cNvGrpSpPr/>
          <p:nvPr/>
        </p:nvGrpSpPr>
        <p:grpSpPr bwMode="auto">
          <a:xfrm>
            <a:off x="10797442" y="2257252"/>
            <a:ext cx="3156038" cy="2573699"/>
            <a:chOff x="0" y="0"/>
            <a:chExt cx="831220" cy="677847"/>
          </a:xfrm>
        </p:grpSpPr>
        <p:sp>
          <p:nvSpPr>
            <p:cNvPr id="9" name="Freeform 9"/>
            <p:cNvSpPr/>
            <p:nvPr/>
          </p:nvSpPr>
          <p:spPr bwMode="auto">
            <a:xfrm>
              <a:off x="0" y="0"/>
              <a:ext cx="831220" cy="677847"/>
            </a:xfrm>
            <a:custGeom>
              <a:avLst/>
              <a:gdLst/>
              <a:ahLst/>
              <a:cxnLst/>
              <a:rect l="l" t="t" r="r" b="b"/>
              <a:pathLst>
                <a:path w="831220" h="677847" fill="norm" stroke="1" extrusionOk="0">
                  <a:moveTo>
                    <a:pt x="49061" y="0"/>
                  </a:moveTo>
                  <a:lnTo>
                    <a:pt x="782159" y="0"/>
                  </a:lnTo>
                  <a:cubicBezTo>
                    <a:pt x="809254" y="0"/>
                    <a:pt x="831220" y="21965"/>
                    <a:pt x="831220" y="49061"/>
                  </a:cubicBezTo>
                  <a:lnTo>
                    <a:pt x="831220" y="628786"/>
                  </a:lnTo>
                  <a:cubicBezTo>
                    <a:pt x="831220" y="655881"/>
                    <a:pt x="809254" y="677847"/>
                    <a:pt x="782159" y="677847"/>
                  </a:cubicBezTo>
                  <a:lnTo>
                    <a:pt x="49061" y="677847"/>
                  </a:lnTo>
                  <a:cubicBezTo>
                    <a:pt x="21965" y="677847"/>
                    <a:pt x="0" y="655881"/>
                    <a:pt x="0" y="628786"/>
                  </a:cubicBezTo>
                  <a:lnTo>
                    <a:pt x="0" y="49061"/>
                  </a:lnTo>
                  <a:cubicBezTo>
                    <a:pt x="0" y="21965"/>
                    <a:pt x="21965" y="0"/>
                    <a:pt x="49061" y="0"/>
                  </a:cubicBezTo>
                  <a:close/>
                </a:path>
              </a:pathLst>
            </a:custGeom>
            <a:solidFill>
              <a:srgbClr val="D9D9D9">
                <a:alpha val="11765"/>
              </a:srgbClr>
            </a:solidFill>
          </p:spPr>
        </p:sp>
        <p:sp>
          <p:nvSpPr>
            <p:cNvPr id="10" name="TextBox 10"/>
            <p:cNvSpPr txBox="1"/>
            <p:nvPr/>
          </p:nvSpPr>
          <p:spPr bwMode="auto">
            <a:xfrm>
              <a:off x="0" y="-95250"/>
              <a:ext cx="831220" cy="77309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686923592" name="Group 11"/>
          <p:cNvGrpSpPr/>
          <p:nvPr/>
        </p:nvGrpSpPr>
        <p:grpSpPr bwMode="auto">
          <a:xfrm>
            <a:off x="5449990" y="477529"/>
            <a:ext cx="5275100" cy="3164417"/>
            <a:chOff x="0" y="0"/>
            <a:chExt cx="1389327" cy="833427"/>
          </a:xfrm>
        </p:grpSpPr>
        <p:sp>
          <p:nvSpPr>
            <p:cNvPr id="12" name="Freeform 12"/>
            <p:cNvSpPr/>
            <p:nvPr/>
          </p:nvSpPr>
          <p:spPr bwMode="auto">
            <a:xfrm>
              <a:off x="0" y="0"/>
              <a:ext cx="1389327" cy="833427"/>
            </a:xfrm>
            <a:custGeom>
              <a:avLst/>
              <a:gdLst/>
              <a:ahLst/>
              <a:cxnLst/>
              <a:rect l="l" t="t" r="r" b="b"/>
              <a:pathLst>
                <a:path w="1389327" h="833427" fill="norm" stroke="1" extrusionOk="0">
                  <a:moveTo>
                    <a:pt x="29353" y="0"/>
                  </a:moveTo>
                  <a:lnTo>
                    <a:pt x="1359974" y="0"/>
                  </a:lnTo>
                  <a:cubicBezTo>
                    <a:pt x="1376185" y="0"/>
                    <a:pt x="1389327" y="13142"/>
                    <a:pt x="1389327" y="29353"/>
                  </a:cubicBezTo>
                  <a:lnTo>
                    <a:pt x="1389327" y="804074"/>
                  </a:lnTo>
                  <a:cubicBezTo>
                    <a:pt x="1389327" y="820285"/>
                    <a:pt x="1376185" y="833427"/>
                    <a:pt x="1359974" y="833427"/>
                  </a:cubicBezTo>
                  <a:lnTo>
                    <a:pt x="29353" y="833427"/>
                  </a:lnTo>
                  <a:cubicBezTo>
                    <a:pt x="13142" y="833427"/>
                    <a:pt x="0" y="820285"/>
                    <a:pt x="0" y="804074"/>
                  </a:cubicBezTo>
                  <a:lnTo>
                    <a:pt x="0" y="29353"/>
                  </a:lnTo>
                  <a:cubicBezTo>
                    <a:pt x="0" y="13142"/>
                    <a:pt x="13142" y="0"/>
                    <a:pt x="29353" y="0"/>
                  </a:cubicBezTo>
                  <a:close/>
                </a:path>
              </a:pathLst>
            </a:custGeom>
            <a:solidFill>
              <a:srgbClr val="D9D9D9">
                <a:alpha val="11765"/>
              </a:srgbClr>
            </a:solidFill>
          </p:spPr>
        </p:sp>
        <p:sp>
          <p:nvSpPr>
            <p:cNvPr id="13" name="TextBox 13"/>
            <p:cNvSpPr txBox="1"/>
            <p:nvPr/>
          </p:nvSpPr>
          <p:spPr bwMode="auto">
            <a:xfrm>
              <a:off x="0" y="-95250"/>
              <a:ext cx="1389327" cy="92867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40234081" name="Group 14"/>
          <p:cNvGrpSpPr/>
          <p:nvPr/>
        </p:nvGrpSpPr>
        <p:grpSpPr bwMode="auto">
          <a:xfrm>
            <a:off x="-342656" y="5339279"/>
            <a:ext cx="18973313" cy="5106318"/>
            <a:chOff x="0" y="0"/>
            <a:chExt cx="4997086" cy="1344874"/>
          </a:xfrm>
        </p:grpSpPr>
        <p:sp>
          <p:nvSpPr>
            <p:cNvPr id="15" name="Freeform 15"/>
            <p:cNvSpPr/>
            <p:nvPr/>
          </p:nvSpPr>
          <p:spPr bwMode="auto">
            <a:xfrm>
              <a:off x="0" y="0"/>
              <a:ext cx="4997086" cy="1344874"/>
            </a:xfrm>
            <a:custGeom>
              <a:avLst/>
              <a:gdLst/>
              <a:ahLst/>
              <a:cxnLst/>
              <a:rect l="l" t="t" r="r" b="b"/>
              <a:pathLst>
                <a:path w="4997086" h="1344874" fill="norm" stroke="1" extrusionOk="0">
                  <a:moveTo>
                    <a:pt x="0" y="0"/>
                  </a:moveTo>
                  <a:lnTo>
                    <a:pt x="4997086" y="0"/>
                  </a:lnTo>
                  <a:lnTo>
                    <a:pt x="4997086" y="1344874"/>
                  </a:lnTo>
                  <a:lnTo>
                    <a:pt x="0" y="1344874"/>
                  </a:lnTo>
                  <a:close/>
                </a:path>
              </a:pathLst>
            </a:custGeom>
            <a:gradFill>
              <a:gsLst>
                <a:gs pos="0">
                  <a:srgbClr val="291B76">
                    <a:alpha val="0"/>
                  </a:srgbClr>
                </a:gs>
                <a:gs pos="100000">
                  <a:srgbClr val="1C1064">
                    <a:alpha val="100000"/>
                  </a:srgbClr>
                </a:gs>
              </a:gsLst>
              <a:lin ang="5400000" scaled="1"/>
            </a:gradFill>
          </p:spPr>
        </p:sp>
        <p:sp>
          <p:nvSpPr>
            <p:cNvPr id="16" name="TextBox 16"/>
            <p:cNvSpPr txBox="1"/>
            <p:nvPr/>
          </p:nvSpPr>
          <p:spPr bwMode="auto">
            <a:xfrm>
              <a:off x="0" y="-95250"/>
              <a:ext cx="4997086" cy="1440124"/>
            </a:xfrm>
            <a:prstGeom prst="rect">
              <a:avLst/>
            </a:prstGeom>
            <a:grpFill/>
          </p:spPr>
          <p:txBody>
            <a:bodyPr lIns="50800" tIns="50800" rIns="50800" bIns="50800" rtlCol="0" anchor="ctr"/>
            <a:lstStyle/>
            <a:p>
              <a:pPr marL="0" lvl="0" indent="0" algn="ctr">
                <a:lnSpc>
                  <a:spcPts val="3359"/>
                </a:lnSpc>
                <a:defRPr/>
              </a:pPr>
              <a:endParaRPr/>
            </a:p>
          </p:txBody>
        </p:sp>
      </p:grpSp>
      <p:sp>
        <p:nvSpPr>
          <p:cNvPr id="1662738781" name="Freeform 17"/>
          <p:cNvSpPr/>
          <p:nvPr/>
        </p:nvSpPr>
        <p:spPr bwMode="auto">
          <a:xfrm>
            <a:off x="2180704" y="3229841"/>
            <a:ext cx="3363166" cy="882831"/>
          </a:xfrm>
          <a:custGeom>
            <a:avLst/>
            <a:gdLst/>
            <a:ahLst/>
            <a:cxnLst/>
            <a:rect l="l" t="t" r="r" b="b"/>
            <a:pathLst>
              <a:path w="3363166" h="882831" fill="norm" stroke="1" extrusionOk="0">
                <a:moveTo>
                  <a:pt x="0" y="0"/>
                </a:moveTo>
                <a:lnTo>
                  <a:pt x="3363166" y="0"/>
                </a:lnTo>
                <a:lnTo>
                  <a:pt x="3363166" y="882831"/>
                </a:lnTo>
                <a:lnTo>
                  <a:pt x="0" y="882831"/>
                </a:lnTo>
                <a:lnTo>
                  <a:pt x="0" y="0"/>
                </a:lnTo>
                <a:close/>
              </a:path>
            </a:pathLst>
          </a:custGeom>
          <a:blipFill rotWithShape="1">
            <a:blip r:embed="rId3">
              <a:alphaModFix amt="70000"/>
            </a:blip>
            <a:stretch/>
          </a:blipFill>
        </p:spPr>
        <p:txBody>
          <a:bodyPr/>
          <a:p>
            <a:pPr algn="l"/>
          </a:p>
        </p:txBody>
      </p:sp>
      <p:sp>
        <p:nvSpPr>
          <p:cNvPr id="822000864" name="Freeform 18"/>
          <p:cNvSpPr/>
          <p:nvPr/>
        </p:nvSpPr>
        <p:spPr bwMode="auto">
          <a:xfrm>
            <a:off x="12816483" y="6798927"/>
            <a:ext cx="3145402" cy="825668"/>
          </a:xfrm>
          <a:custGeom>
            <a:avLst/>
            <a:gdLst/>
            <a:ahLst/>
            <a:cxnLst/>
            <a:rect l="l" t="t" r="r" b="b"/>
            <a:pathLst>
              <a:path w="3145402" h="825668" fill="norm" stroke="1" extrusionOk="0">
                <a:moveTo>
                  <a:pt x="0" y="0"/>
                </a:moveTo>
                <a:lnTo>
                  <a:pt x="3145402" y="0"/>
                </a:lnTo>
                <a:lnTo>
                  <a:pt x="3145402" y="825668"/>
                </a:lnTo>
                <a:lnTo>
                  <a:pt x="0" y="825668"/>
                </a:lnTo>
                <a:lnTo>
                  <a:pt x="0" y="0"/>
                </a:lnTo>
                <a:close/>
              </a:path>
            </a:pathLst>
          </a:custGeom>
          <a:blipFill rotWithShape="1">
            <a:blip r:embed="rId3">
              <a:alphaModFix amt="70000"/>
            </a:blip>
            <a:stretch/>
          </a:blipFill>
        </p:spPr>
        <p:txBody>
          <a:bodyPr/>
          <a:p>
            <a:pPr algn="l"/>
          </a:p>
        </p:txBody>
      </p:sp>
      <p:sp>
        <p:nvSpPr>
          <p:cNvPr id="1488679817" name="Freeform 19"/>
          <p:cNvSpPr/>
          <p:nvPr/>
        </p:nvSpPr>
        <p:spPr bwMode="auto">
          <a:xfrm>
            <a:off x="649742" y="6151041"/>
            <a:ext cx="5064604" cy="1329458"/>
          </a:xfrm>
          <a:custGeom>
            <a:avLst/>
            <a:gdLst/>
            <a:ahLst/>
            <a:cxnLst/>
            <a:rect l="l" t="t" r="r" b="b"/>
            <a:pathLst>
              <a:path w="5064604" h="1329458" fill="norm" stroke="1" extrusionOk="0">
                <a:moveTo>
                  <a:pt x="0" y="0"/>
                </a:moveTo>
                <a:lnTo>
                  <a:pt x="5064603" y="0"/>
                </a:lnTo>
                <a:lnTo>
                  <a:pt x="5064603" y="1329459"/>
                </a:lnTo>
                <a:lnTo>
                  <a:pt x="0" y="1329459"/>
                </a:lnTo>
                <a:lnTo>
                  <a:pt x="0" y="0"/>
                </a:lnTo>
                <a:close/>
              </a:path>
            </a:pathLst>
          </a:custGeom>
          <a:blipFill rotWithShape="1">
            <a:blip r:embed="rId3">
              <a:alphaModFix amt="70000"/>
            </a:blip>
            <a:stretch/>
          </a:blipFill>
        </p:spPr>
        <p:txBody>
          <a:bodyPr/>
          <a:p>
            <a:pPr algn="l"/>
          </a:p>
        </p:txBody>
      </p:sp>
      <p:sp>
        <p:nvSpPr>
          <p:cNvPr id="2314092" name="Freeform 20"/>
          <p:cNvSpPr/>
          <p:nvPr/>
        </p:nvSpPr>
        <p:spPr bwMode="auto">
          <a:xfrm>
            <a:off x="12459085" y="2515156"/>
            <a:ext cx="4698218" cy="1233282"/>
          </a:xfrm>
          <a:custGeom>
            <a:avLst/>
            <a:gdLst/>
            <a:ahLst/>
            <a:cxnLst/>
            <a:rect l="l" t="t" r="r" b="b"/>
            <a:pathLst>
              <a:path w="4698218" h="1233282" fill="norm" stroke="1" extrusionOk="0">
                <a:moveTo>
                  <a:pt x="0" y="0"/>
                </a:moveTo>
                <a:lnTo>
                  <a:pt x="4698218" y="0"/>
                </a:lnTo>
                <a:lnTo>
                  <a:pt x="4698218" y="1233282"/>
                </a:lnTo>
                <a:lnTo>
                  <a:pt x="0" y="1233282"/>
                </a:lnTo>
                <a:lnTo>
                  <a:pt x="0" y="0"/>
                </a:lnTo>
                <a:close/>
              </a:path>
            </a:pathLst>
          </a:custGeom>
          <a:blipFill rotWithShape="1">
            <a:blip r:embed="rId3">
              <a:alphaModFix amt="70000"/>
            </a:blip>
            <a:stretch/>
          </a:blipFill>
        </p:spPr>
        <p:txBody>
          <a:bodyPr/>
          <a:p>
            <a:pPr algn="l"/>
          </a:p>
        </p:txBody>
      </p:sp>
      <p:sp>
        <p:nvSpPr>
          <p:cNvPr id="1832232936" name="Freeform 21"/>
          <p:cNvSpPr/>
          <p:nvPr/>
        </p:nvSpPr>
        <p:spPr bwMode="auto">
          <a:xfrm>
            <a:off x="902147" y="2257252"/>
            <a:ext cx="3394744" cy="6662834"/>
          </a:xfrm>
          <a:custGeom>
            <a:avLst/>
            <a:gdLst/>
            <a:ahLst/>
            <a:cxnLst/>
            <a:rect l="l" t="t" r="r" b="b"/>
            <a:pathLst>
              <a:path w="3394744" h="6662834" fill="norm" stroke="1" extrusionOk="0">
                <a:moveTo>
                  <a:pt x="0" y="0"/>
                </a:moveTo>
                <a:lnTo>
                  <a:pt x="3394744" y="0"/>
                </a:lnTo>
                <a:lnTo>
                  <a:pt x="3394744" y="6662834"/>
                </a:lnTo>
                <a:lnTo>
                  <a:pt x="0" y="6662834"/>
                </a:lnTo>
                <a:lnTo>
                  <a:pt x="0" y="0"/>
                </a:lnTo>
                <a:close/>
              </a:path>
            </a:pathLst>
          </a:custGeom>
          <a:blipFill rotWithShape="1">
            <a:blip r:embed="rId4"/>
            <a:stretch>
              <a:fillRect l="0" t="-4067" r="0" b="-6393"/>
            </a:stretch>
          </a:blipFill>
        </p:spPr>
        <p:txBody>
          <a:bodyPr/>
          <a:p>
            <a:pPr algn="l"/>
          </a:p>
        </p:txBody>
      </p:sp>
      <p:sp>
        <p:nvSpPr>
          <p:cNvPr id="1205982715" name="Freeform 22"/>
          <p:cNvSpPr/>
          <p:nvPr/>
        </p:nvSpPr>
        <p:spPr bwMode="auto">
          <a:xfrm>
            <a:off x="5123144" y="2257252"/>
            <a:ext cx="3394744" cy="6743144"/>
          </a:xfrm>
          <a:custGeom>
            <a:avLst/>
            <a:gdLst/>
            <a:ahLst/>
            <a:cxnLst/>
            <a:rect l="l" t="t" r="r" b="b"/>
            <a:pathLst>
              <a:path w="3394744" h="6743144" fill="norm" stroke="1" extrusionOk="0">
                <a:moveTo>
                  <a:pt x="0" y="0"/>
                </a:moveTo>
                <a:lnTo>
                  <a:pt x="3394744" y="0"/>
                </a:lnTo>
                <a:lnTo>
                  <a:pt x="3394744" y="6743145"/>
                </a:lnTo>
                <a:lnTo>
                  <a:pt x="0" y="6743145"/>
                </a:lnTo>
                <a:lnTo>
                  <a:pt x="0" y="0"/>
                </a:lnTo>
                <a:close/>
              </a:path>
            </a:pathLst>
          </a:custGeom>
          <a:blipFill rotWithShape="1">
            <a:blip r:embed="rId5"/>
            <a:stretch>
              <a:fillRect l="0" t="-3824" r="0" b="-5320"/>
            </a:stretch>
          </a:blipFill>
        </p:spPr>
        <p:txBody>
          <a:bodyPr/>
          <a:p>
            <a:pPr algn="l"/>
          </a:p>
        </p:txBody>
      </p:sp>
      <p:sp>
        <p:nvSpPr>
          <p:cNvPr id="90264306" name="Freeform 23"/>
          <p:cNvSpPr/>
          <p:nvPr/>
        </p:nvSpPr>
        <p:spPr bwMode="auto">
          <a:xfrm>
            <a:off x="9346563" y="2321035"/>
            <a:ext cx="3394744" cy="6599051"/>
          </a:xfrm>
          <a:custGeom>
            <a:avLst/>
            <a:gdLst/>
            <a:ahLst/>
            <a:cxnLst/>
            <a:rect l="l" t="t" r="r" b="b"/>
            <a:pathLst>
              <a:path w="3394744" h="6599051" fill="norm" stroke="1" extrusionOk="0">
                <a:moveTo>
                  <a:pt x="0" y="0"/>
                </a:moveTo>
                <a:lnTo>
                  <a:pt x="3394744" y="0"/>
                </a:lnTo>
                <a:lnTo>
                  <a:pt x="3394744" y="6599051"/>
                </a:lnTo>
                <a:lnTo>
                  <a:pt x="0" y="6599051"/>
                </a:lnTo>
                <a:lnTo>
                  <a:pt x="0" y="0"/>
                </a:lnTo>
                <a:close/>
              </a:path>
            </a:pathLst>
          </a:custGeom>
          <a:blipFill rotWithShape="1">
            <a:blip r:embed="rId6"/>
            <a:stretch>
              <a:fillRect l="0" t="-6247" r="0" b="-5281"/>
            </a:stretch>
          </a:blipFill>
        </p:spPr>
        <p:txBody>
          <a:bodyPr/>
          <a:p>
            <a:pPr algn="l"/>
          </a:p>
        </p:txBody>
      </p:sp>
      <p:sp>
        <p:nvSpPr>
          <p:cNvPr id="1353897491" name="Freeform 24"/>
          <p:cNvSpPr/>
          <p:nvPr/>
        </p:nvSpPr>
        <p:spPr bwMode="auto">
          <a:xfrm>
            <a:off x="13832015" y="2321035"/>
            <a:ext cx="3394744" cy="6621021"/>
          </a:xfrm>
          <a:custGeom>
            <a:avLst/>
            <a:gdLst/>
            <a:ahLst/>
            <a:cxnLst/>
            <a:rect l="l" t="t" r="r" b="b"/>
            <a:pathLst>
              <a:path w="3394744" h="6621021" fill="norm" stroke="1" extrusionOk="0">
                <a:moveTo>
                  <a:pt x="0" y="0"/>
                </a:moveTo>
                <a:lnTo>
                  <a:pt x="3394745" y="0"/>
                </a:lnTo>
                <a:lnTo>
                  <a:pt x="3394745" y="6621021"/>
                </a:lnTo>
                <a:lnTo>
                  <a:pt x="0" y="6621021"/>
                </a:lnTo>
                <a:lnTo>
                  <a:pt x="0" y="0"/>
                </a:lnTo>
                <a:close/>
              </a:path>
            </a:pathLst>
          </a:custGeom>
          <a:blipFill rotWithShape="1">
            <a:blip r:embed="rId7"/>
            <a:stretch>
              <a:fillRect l="0" t="-4433" r="0" b="-6725"/>
            </a:stretch>
          </a:blipFill>
        </p:spPr>
        <p:txBody>
          <a:bodyPr/>
          <a:p>
            <a:pPr algn="l"/>
          </a:p>
        </p:txBody>
      </p:sp>
      <p:sp>
        <p:nvSpPr>
          <p:cNvPr id="69819396" name="TextBox 25"/>
          <p:cNvSpPr txBox="1"/>
          <p:nvPr/>
        </p:nvSpPr>
        <p:spPr bwMode="auto">
          <a:xfrm>
            <a:off x="649742" y="509234"/>
            <a:ext cx="16230600" cy="1024118"/>
          </a:xfrm>
          <a:prstGeom prst="rect">
            <a:avLst/>
          </a:prstGeom>
        </p:spPr>
        <p:txBody>
          <a:bodyPr lIns="0" tIns="0" rIns="0" bIns="0" rtlCol="0" anchor="t">
            <a:spAutoFit/>
          </a:bodyPr>
          <a:lstStyle/>
          <a:p>
            <a:pPr marL="0" lvl="0" indent="0" algn="ctr">
              <a:lnSpc>
                <a:spcPts val="7694"/>
              </a:lnSpc>
              <a:defRPr/>
            </a:pPr>
            <a:r>
              <a:rPr lang="en-US" sz="7700" spc="-191">
                <a:solidFill>
                  <a:srgbClr val="FFFFFF"/>
                </a:solidFill>
                <a:latin typeface="Aptos"/>
                <a:ea typeface="Archivo Black"/>
                <a:cs typeface="Archivo Black"/>
              </a:rPr>
              <a:t>UI SNIPPETS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5543C8">
                <a:alpha val="100000"/>
              </a:srgbClr>
            </a:gs>
            <a:gs pos="100000">
              <a:srgbClr val="402DAD">
                <a:alpha val="100000"/>
              </a:srgbClr>
            </a:gs>
          </a:gsLst>
          <a:lin ang="5400000" scaled="1"/>
        </a:gradFill>
      </p:bgPr>
    </p:bg>
    <p:spTree>
      <p:nvGrpSpPr>
        <p:cNvPr id="1" name=""/>
        <p:cNvGrpSpPr/>
        <p:nvPr/>
      </p:nvGrpSpPr>
      <p:grpSpPr bwMode="auto">
        <a:xfrm>
          <a:off x="0" y="0"/>
          <a:ext cx="0" cy="0"/>
          <a:chOff x="0" y="0"/>
          <a:chExt cx="0" cy="0"/>
        </a:xfrm>
      </p:grpSpPr>
      <p:grpSp>
        <p:nvGrpSpPr>
          <p:cNvPr id="1785129214" name="Group 2"/>
          <p:cNvGrpSpPr/>
          <p:nvPr/>
        </p:nvGrpSpPr>
        <p:grpSpPr bwMode="auto">
          <a:xfrm>
            <a:off x="5005128" y="4113340"/>
            <a:ext cx="2264935" cy="1957790"/>
            <a:chOff x="0" y="0"/>
            <a:chExt cx="596526" cy="515632"/>
          </a:xfrm>
        </p:grpSpPr>
        <p:sp>
          <p:nvSpPr>
            <p:cNvPr id="3" name="Freeform 3"/>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4" name="TextBox 4"/>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34164434" name="Group 5"/>
          <p:cNvGrpSpPr/>
          <p:nvPr/>
        </p:nvGrpSpPr>
        <p:grpSpPr bwMode="auto">
          <a:xfrm>
            <a:off x="13264453" y="4922676"/>
            <a:ext cx="2264935" cy="1957790"/>
            <a:chOff x="0" y="0"/>
            <a:chExt cx="596526" cy="515632"/>
          </a:xfrm>
        </p:grpSpPr>
        <p:sp>
          <p:nvSpPr>
            <p:cNvPr id="6" name="Freeform 6"/>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7" name="TextBox 7"/>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443942566" name="Group 8"/>
          <p:cNvGrpSpPr/>
          <p:nvPr/>
        </p:nvGrpSpPr>
        <p:grpSpPr bwMode="auto">
          <a:xfrm>
            <a:off x="10797442" y="2257252"/>
            <a:ext cx="3156038" cy="2573699"/>
            <a:chOff x="0" y="0"/>
            <a:chExt cx="831220" cy="677847"/>
          </a:xfrm>
        </p:grpSpPr>
        <p:sp>
          <p:nvSpPr>
            <p:cNvPr id="9" name="Freeform 9"/>
            <p:cNvSpPr/>
            <p:nvPr/>
          </p:nvSpPr>
          <p:spPr bwMode="auto">
            <a:xfrm>
              <a:off x="0" y="0"/>
              <a:ext cx="831220" cy="677847"/>
            </a:xfrm>
            <a:custGeom>
              <a:avLst/>
              <a:gdLst/>
              <a:ahLst/>
              <a:cxnLst/>
              <a:rect l="l" t="t" r="r" b="b"/>
              <a:pathLst>
                <a:path w="831220" h="677847" fill="norm" stroke="1" extrusionOk="0">
                  <a:moveTo>
                    <a:pt x="49061" y="0"/>
                  </a:moveTo>
                  <a:lnTo>
                    <a:pt x="782159" y="0"/>
                  </a:lnTo>
                  <a:cubicBezTo>
                    <a:pt x="809254" y="0"/>
                    <a:pt x="831220" y="21965"/>
                    <a:pt x="831220" y="49061"/>
                  </a:cubicBezTo>
                  <a:lnTo>
                    <a:pt x="831220" y="628786"/>
                  </a:lnTo>
                  <a:cubicBezTo>
                    <a:pt x="831220" y="655881"/>
                    <a:pt x="809254" y="677847"/>
                    <a:pt x="782159" y="677847"/>
                  </a:cubicBezTo>
                  <a:lnTo>
                    <a:pt x="49061" y="677847"/>
                  </a:lnTo>
                  <a:cubicBezTo>
                    <a:pt x="21965" y="677847"/>
                    <a:pt x="0" y="655881"/>
                    <a:pt x="0" y="628786"/>
                  </a:cubicBezTo>
                  <a:lnTo>
                    <a:pt x="0" y="49061"/>
                  </a:lnTo>
                  <a:cubicBezTo>
                    <a:pt x="0" y="21965"/>
                    <a:pt x="21965" y="0"/>
                    <a:pt x="49061" y="0"/>
                  </a:cubicBezTo>
                  <a:close/>
                </a:path>
              </a:pathLst>
            </a:custGeom>
            <a:solidFill>
              <a:srgbClr val="D9D9D9">
                <a:alpha val="11765"/>
              </a:srgbClr>
            </a:solidFill>
          </p:spPr>
        </p:sp>
        <p:sp>
          <p:nvSpPr>
            <p:cNvPr id="10" name="TextBox 10"/>
            <p:cNvSpPr txBox="1"/>
            <p:nvPr/>
          </p:nvSpPr>
          <p:spPr bwMode="auto">
            <a:xfrm>
              <a:off x="0" y="-95250"/>
              <a:ext cx="831220" cy="77309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830895334" name="Group 11"/>
          <p:cNvGrpSpPr/>
          <p:nvPr/>
        </p:nvGrpSpPr>
        <p:grpSpPr bwMode="auto">
          <a:xfrm>
            <a:off x="5449990" y="477529"/>
            <a:ext cx="5275100" cy="3164417"/>
            <a:chOff x="0" y="0"/>
            <a:chExt cx="1389327" cy="833427"/>
          </a:xfrm>
        </p:grpSpPr>
        <p:sp>
          <p:nvSpPr>
            <p:cNvPr id="12" name="Freeform 12"/>
            <p:cNvSpPr/>
            <p:nvPr/>
          </p:nvSpPr>
          <p:spPr bwMode="auto">
            <a:xfrm>
              <a:off x="0" y="0"/>
              <a:ext cx="1389327" cy="833427"/>
            </a:xfrm>
            <a:custGeom>
              <a:avLst/>
              <a:gdLst/>
              <a:ahLst/>
              <a:cxnLst/>
              <a:rect l="l" t="t" r="r" b="b"/>
              <a:pathLst>
                <a:path w="1389327" h="833427" fill="norm" stroke="1" extrusionOk="0">
                  <a:moveTo>
                    <a:pt x="29353" y="0"/>
                  </a:moveTo>
                  <a:lnTo>
                    <a:pt x="1359974" y="0"/>
                  </a:lnTo>
                  <a:cubicBezTo>
                    <a:pt x="1376185" y="0"/>
                    <a:pt x="1389327" y="13142"/>
                    <a:pt x="1389327" y="29353"/>
                  </a:cubicBezTo>
                  <a:lnTo>
                    <a:pt x="1389327" y="804074"/>
                  </a:lnTo>
                  <a:cubicBezTo>
                    <a:pt x="1389327" y="820285"/>
                    <a:pt x="1376185" y="833427"/>
                    <a:pt x="1359974" y="833427"/>
                  </a:cubicBezTo>
                  <a:lnTo>
                    <a:pt x="29353" y="833427"/>
                  </a:lnTo>
                  <a:cubicBezTo>
                    <a:pt x="13142" y="833427"/>
                    <a:pt x="0" y="820285"/>
                    <a:pt x="0" y="804074"/>
                  </a:cubicBezTo>
                  <a:lnTo>
                    <a:pt x="0" y="29353"/>
                  </a:lnTo>
                  <a:cubicBezTo>
                    <a:pt x="0" y="13142"/>
                    <a:pt x="13142" y="0"/>
                    <a:pt x="29353" y="0"/>
                  </a:cubicBezTo>
                  <a:close/>
                </a:path>
              </a:pathLst>
            </a:custGeom>
            <a:solidFill>
              <a:srgbClr val="D9D9D9">
                <a:alpha val="11765"/>
              </a:srgbClr>
            </a:solidFill>
          </p:spPr>
        </p:sp>
        <p:sp>
          <p:nvSpPr>
            <p:cNvPr id="13" name="TextBox 13"/>
            <p:cNvSpPr txBox="1"/>
            <p:nvPr/>
          </p:nvSpPr>
          <p:spPr bwMode="auto">
            <a:xfrm>
              <a:off x="0" y="-95250"/>
              <a:ext cx="1389327" cy="92867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2029940107" name="Group 14"/>
          <p:cNvGrpSpPr/>
          <p:nvPr/>
        </p:nvGrpSpPr>
        <p:grpSpPr bwMode="auto">
          <a:xfrm>
            <a:off x="-342656" y="4927340"/>
            <a:ext cx="18973313" cy="5106318"/>
            <a:chOff x="0" y="0"/>
            <a:chExt cx="4997086" cy="1344874"/>
          </a:xfrm>
        </p:grpSpPr>
        <p:sp>
          <p:nvSpPr>
            <p:cNvPr id="15" name="Freeform 15"/>
            <p:cNvSpPr/>
            <p:nvPr/>
          </p:nvSpPr>
          <p:spPr bwMode="auto">
            <a:xfrm>
              <a:off x="0" y="0"/>
              <a:ext cx="4997086" cy="1344874"/>
            </a:xfrm>
            <a:custGeom>
              <a:avLst/>
              <a:gdLst/>
              <a:ahLst/>
              <a:cxnLst/>
              <a:rect l="l" t="t" r="r" b="b"/>
              <a:pathLst>
                <a:path w="4997086" h="1344874" fill="norm" stroke="1" extrusionOk="0">
                  <a:moveTo>
                    <a:pt x="0" y="0"/>
                  </a:moveTo>
                  <a:lnTo>
                    <a:pt x="4997086" y="0"/>
                  </a:lnTo>
                  <a:lnTo>
                    <a:pt x="4997086" y="1344874"/>
                  </a:lnTo>
                  <a:lnTo>
                    <a:pt x="0" y="1344874"/>
                  </a:lnTo>
                  <a:close/>
                </a:path>
              </a:pathLst>
            </a:custGeom>
            <a:gradFill>
              <a:gsLst>
                <a:gs pos="0">
                  <a:srgbClr val="291B76">
                    <a:alpha val="0"/>
                  </a:srgbClr>
                </a:gs>
                <a:gs pos="100000">
                  <a:srgbClr val="1C1064">
                    <a:alpha val="100000"/>
                  </a:srgbClr>
                </a:gs>
              </a:gsLst>
              <a:lin ang="5400000" scaled="1"/>
            </a:gradFill>
          </p:spPr>
        </p:sp>
        <p:sp>
          <p:nvSpPr>
            <p:cNvPr id="16" name="TextBox 16"/>
            <p:cNvSpPr txBox="1"/>
            <p:nvPr/>
          </p:nvSpPr>
          <p:spPr bwMode="auto">
            <a:xfrm>
              <a:off x="0" y="-95250"/>
              <a:ext cx="4997086" cy="1440124"/>
            </a:xfrm>
            <a:prstGeom prst="rect">
              <a:avLst/>
            </a:prstGeom>
            <a:grpFill/>
          </p:spPr>
          <p:txBody>
            <a:bodyPr lIns="50800" tIns="50800" rIns="50800" bIns="50800" rtlCol="0" anchor="ctr"/>
            <a:lstStyle/>
            <a:p>
              <a:pPr marL="0" lvl="0" indent="0" algn="ctr">
                <a:lnSpc>
                  <a:spcPts val="3359"/>
                </a:lnSpc>
                <a:defRPr/>
              </a:pPr>
              <a:endParaRPr/>
            </a:p>
          </p:txBody>
        </p:sp>
      </p:grpSp>
      <p:sp>
        <p:nvSpPr>
          <p:cNvPr id="1437624943" name="Freeform 17"/>
          <p:cNvSpPr/>
          <p:nvPr/>
        </p:nvSpPr>
        <p:spPr bwMode="auto">
          <a:xfrm>
            <a:off x="2180704" y="3229841"/>
            <a:ext cx="3363166" cy="882831"/>
          </a:xfrm>
          <a:custGeom>
            <a:avLst/>
            <a:gdLst/>
            <a:ahLst/>
            <a:cxnLst/>
            <a:rect l="l" t="t" r="r" b="b"/>
            <a:pathLst>
              <a:path w="3363166" h="882831" fill="norm" stroke="1" extrusionOk="0">
                <a:moveTo>
                  <a:pt x="0" y="0"/>
                </a:moveTo>
                <a:lnTo>
                  <a:pt x="3363166" y="0"/>
                </a:lnTo>
                <a:lnTo>
                  <a:pt x="3363166" y="882831"/>
                </a:lnTo>
                <a:lnTo>
                  <a:pt x="0" y="882831"/>
                </a:lnTo>
                <a:lnTo>
                  <a:pt x="0" y="0"/>
                </a:lnTo>
                <a:close/>
              </a:path>
            </a:pathLst>
          </a:custGeom>
          <a:blipFill rotWithShape="1">
            <a:blip r:embed="rId3">
              <a:alphaModFix amt="70000"/>
            </a:blip>
            <a:stretch/>
          </a:blipFill>
        </p:spPr>
        <p:txBody>
          <a:bodyPr/>
          <a:p>
            <a:pPr algn="l"/>
          </a:p>
        </p:txBody>
      </p:sp>
      <p:sp>
        <p:nvSpPr>
          <p:cNvPr id="334766245" name="Freeform 18"/>
          <p:cNvSpPr/>
          <p:nvPr/>
        </p:nvSpPr>
        <p:spPr bwMode="auto">
          <a:xfrm>
            <a:off x="12816483" y="6798927"/>
            <a:ext cx="3145402" cy="825668"/>
          </a:xfrm>
          <a:custGeom>
            <a:avLst/>
            <a:gdLst/>
            <a:ahLst/>
            <a:cxnLst/>
            <a:rect l="l" t="t" r="r" b="b"/>
            <a:pathLst>
              <a:path w="3145402" h="825668" fill="norm" stroke="1" extrusionOk="0">
                <a:moveTo>
                  <a:pt x="0" y="0"/>
                </a:moveTo>
                <a:lnTo>
                  <a:pt x="3145402" y="0"/>
                </a:lnTo>
                <a:lnTo>
                  <a:pt x="3145402" y="825668"/>
                </a:lnTo>
                <a:lnTo>
                  <a:pt x="0" y="825668"/>
                </a:lnTo>
                <a:lnTo>
                  <a:pt x="0" y="0"/>
                </a:lnTo>
                <a:close/>
              </a:path>
            </a:pathLst>
          </a:custGeom>
          <a:blipFill rotWithShape="1">
            <a:blip r:embed="rId3">
              <a:alphaModFix amt="70000"/>
            </a:blip>
            <a:stretch/>
          </a:blipFill>
        </p:spPr>
        <p:txBody>
          <a:bodyPr/>
          <a:p>
            <a:pPr algn="l"/>
          </a:p>
        </p:txBody>
      </p:sp>
      <p:sp>
        <p:nvSpPr>
          <p:cNvPr id="1959889611" name="Freeform 19"/>
          <p:cNvSpPr/>
          <p:nvPr/>
        </p:nvSpPr>
        <p:spPr bwMode="auto">
          <a:xfrm>
            <a:off x="649742" y="6151041"/>
            <a:ext cx="5064604" cy="1329458"/>
          </a:xfrm>
          <a:custGeom>
            <a:avLst/>
            <a:gdLst/>
            <a:ahLst/>
            <a:cxnLst/>
            <a:rect l="l" t="t" r="r" b="b"/>
            <a:pathLst>
              <a:path w="5064604" h="1329458" fill="norm" stroke="1" extrusionOk="0">
                <a:moveTo>
                  <a:pt x="0" y="0"/>
                </a:moveTo>
                <a:lnTo>
                  <a:pt x="5064603" y="0"/>
                </a:lnTo>
                <a:lnTo>
                  <a:pt x="5064603" y="1329459"/>
                </a:lnTo>
                <a:lnTo>
                  <a:pt x="0" y="1329459"/>
                </a:lnTo>
                <a:lnTo>
                  <a:pt x="0" y="0"/>
                </a:lnTo>
                <a:close/>
              </a:path>
            </a:pathLst>
          </a:custGeom>
          <a:blipFill rotWithShape="1">
            <a:blip r:embed="rId3">
              <a:alphaModFix amt="70000"/>
            </a:blip>
            <a:stretch/>
          </a:blipFill>
        </p:spPr>
        <p:txBody>
          <a:bodyPr/>
          <a:p>
            <a:pPr algn="l"/>
          </a:p>
        </p:txBody>
      </p:sp>
      <p:sp>
        <p:nvSpPr>
          <p:cNvPr id="675988983" name="Freeform 20"/>
          <p:cNvSpPr/>
          <p:nvPr/>
        </p:nvSpPr>
        <p:spPr bwMode="auto">
          <a:xfrm>
            <a:off x="12861550" y="2515156"/>
            <a:ext cx="4698218" cy="1233282"/>
          </a:xfrm>
          <a:custGeom>
            <a:avLst/>
            <a:gdLst/>
            <a:ahLst/>
            <a:cxnLst/>
            <a:rect l="l" t="t" r="r" b="b"/>
            <a:pathLst>
              <a:path w="4698218" h="1233282" fill="norm" stroke="1" extrusionOk="0">
                <a:moveTo>
                  <a:pt x="0" y="0"/>
                </a:moveTo>
                <a:lnTo>
                  <a:pt x="4698218" y="0"/>
                </a:lnTo>
                <a:lnTo>
                  <a:pt x="4698218" y="1233282"/>
                </a:lnTo>
                <a:lnTo>
                  <a:pt x="0" y="1233282"/>
                </a:lnTo>
                <a:lnTo>
                  <a:pt x="0" y="0"/>
                </a:lnTo>
                <a:close/>
              </a:path>
            </a:pathLst>
          </a:custGeom>
          <a:blipFill rotWithShape="1">
            <a:blip r:embed="rId3">
              <a:alphaModFix amt="70000"/>
            </a:blip>
            <a:stretch/>
          </a:blipFill>
        </p:spPr>
        <p:txBody>
          <a:bodyPr/>
          <a:p>
            <a:pPr algn="l"/>
          </a:p>
        </p:txBody>
      </p:sp>
      <p:sp>
        <p:nvSpPr>
          <p:cNvPr id="81218734" name="TextBox 21"/>
          <p:cNvSpPr txBox="1"/>
          <p:nvPr/>
        </p:nvSpPr>
        <p:spPr bwMode="auto">
          <a:xfrm>
            <a:off x="1028700" y="509234"/>
            <a:ext cx="16230600" cy="1024118"/>
          </a:xfrm>
          <a:prstGeom prst="rect">
            <a:avLst/>
          </a:prstGeom>
        </p:spPr>
        <p:txBody>
          <a:bodyPr lIns="0" tIns="0" rIns="0" bIns="0" rtlCol="0" anchor="t">
            <a:spAutoFit/>
          </a:bodyPr>
          <a:lstStyle/>
          <a:p>
            <a:pPr marL="0" lvl="0" indent="0" algn="ctr">
              <a:lnSpc>
                <a:spcPts val="7694"/>
              </a:lnSpc>
              <a:defRPr/>
            </a:pPr>
            <a:r>
              <a:rPr lang="en-US" sz="7700" spc="-191">
                <a:solidFill>
                  <a:srgbClr val="FFFFFF"/>
                </a:solidFill>
                <a:latin typeface="Aptos"/>
                <a:ea typeface="Archivo Black"/>
                <a:cs typeface="Archivo Black"/>
              </a:rPr>
              <a:t>FUNCTIONALITY DETAILS</a:t>
            </a:r>
            <a:endParaRPr/>
          </a:p>
        </p:txBody>
      </p:sp>
      <p:sp>
        <p:nvSpPr>
          <p:cNvPr id="13323168" name="TextBox 22"/>
          <p:cNvSpPr txBox="1"/>
          <p:nvPr/>
        </p:nvSpPr>
        <p:spPr bwMode="auto">
          <a:xfrm>
            <a:off x="81218" y="1935913"/>
            <a:ext cx="18206782" cy="6786245"/>
          </a:xfrm>
          <a:prstGeom prst="rect">
            <a:avLst/>
          </a:prstGeom>
        </p:spPr>
        <p:txBody>
          <a:bodyPr lIns="0" tIns="0" rIns="0" bIns="0" rtlCol="0" anchor="t">
            <a:spAutoFit/>
          </a:bodyPr>
          <a:lstStyle/>
          <a:p>
            <a:pPr marL="690879" lvl="1" indent="-345439" algn="l">
              <a:lnSpc>
                <a:spcPts val="4479"/>
              </a:lnSpc>
              <a:buFont typeface="Arial"/>
              <a:buChar char="•"/>
              <a:defRPr/>
            </a:pPr>
            <a:r>
              <a:rPr lang="en-US" sz="3200">
                <a:solidFill>
                  <a:srgbClr val="FFECA8"/>
                </a:solidFill>
                <a:latin typeface="Aptos"/>
                <a:ea typeface="Times New Roman MT"/>
                <a:cs typeface="Times New Roman MT"/>
              </a:rPr>
              <a:t>The app will constantly keep track of your location and will share it with trusted contacts in case of emergency.</a:t>
            </a:r>
            <a:endParaRPr/>
          </a:p>
          <a:p>
            <a:pPr algn="l">
              <a:lnSpc>
                <a:spcPts val="4479"/>
              </a:lnSpc>
              <a:defRPr/>
            </a:pPr>
            <a:endParaRPr lang="en-US" sz="3200">
              <a:solidFill>
                <a:srgbClr val="FFECA8"/>
              </a:solidFill>
              <a:latin typeface="Times New Roman MT"/>
              <a:ea typeface="Times New Roman MT"/>
              <a:cs typeface="Times New Roman MT"/>
            </a:endParaRPr>
          </a:p>
          <a:p>
            <a:pPr marL="690879" lvl="1" indent="-345439" algn="l">
              <a:lnSpc>
                <a:spcPts val="4479"/>
              </a:lnSpc>
              <a:buFont typeface="Arial"/>
              <a:buChar char="•"/>
              <a:defRPr/>
            </a:pPr>
            <a:r>
              <a:rPr lang="en-US" sz="3200">
                <a:solidFill>
                  <a:srgbClr val="FFECA8"/>
                </a:solidFill>
                <a:latin typeface="Aptos"/>
                <a:ea typeface="Times New Roman MT"/>
                <a:cs typeface="Times New Roman MT"/>
              </a:rPr>
              <a:t>The SOS alert will be present for impromptu crisis which will intimate the nearby police station and the volunteers present in that area.</a:t>
            </a:r>
            <a:endParaRPr/>
          </a:p>
          <a:p>
            <a:pPr algn="l">
              <a:lnSpc>
                <a:spcPts val="4479"/>
              </a:lnSpc>
              <a:defRPr/>
            </a:pPr>
            <a:endParaRPr lang="en-US" sz="3200">
              <a:solidFill>
                <a:srgbClr val="FFECA8"/>
              </a:solidFill>
              <a:latin typeface="Times New Roman MT"/>
              <a:ea typeface="Times New Roman MT"/>
              <a:cs typeface="Times New Roman MT"/>
            </a:endParaRPr>
          </a:p>
          <a:p>
            <a:pPr marL="690879" lvl="1" indent="-345439" algn="l">
              <a:lnSpc>
                <a:spcPts val="4479"/>
              </a:lnSpc>
              <a:buFont typeface="Arial"/>
              <a:buChar char="•"/>
              <a:defRPr/>
            </a:pPr>
            <a:r>
              <a:rPr lang="en-US" sz="3200">
                <a:solidFill>
                  <a:srgbClr val="FFECA8"/>
                </a:solidFill>
                <a:latin typeface="Aptos"/>
                <a:ea typeface="Times New Roman MT"/>
                <a:cs typeface="Times New Roman MT"/>
              </a:rPr>
              <a:t>The app will seek permissions for speaker access so as to implement the Safety Pulse.</a:t>
            </a:r>
            <a:endParaRPr/>
          </a:p>
          <a:p>
            <a:pPr algn="l">
              <a:lnSpc>
                <a:spcPts val="4479"/>
              </a:lnSpc>
              <a:defRPr/>
            </a:pPr>
            <a:endParaRPr lang="en-US" sz="3200">
              <a:solidFill>
                <a:srgbClr val="FFECA8"/>
              </a:solidFill>
              <a:latin typeface="Times New Roman MT"/>
              <a:ea typeface="Times New Roman MT"/>
              <a:cs typeface="Times New Roman MT"/>
            </a:endParaRPr>
          </a:p>
          <a:p>
            <a:pPr marL="690879" lvl="1" indent="-345439" algn="l">
              <a:lnSpc>
                <a:spcPts val="4479"/>
              </a:lnSpc>
              <a:buFont typeface="Arial"/>
              <a:buChar char="•"/>
              <a:defRPr/>
            </a:pPr>
            <a:r>
              <a:rPr lang="en-US" sz="3200">
                <a:solidFill>
                  <a:srgbClr val="FFECA8"/>
                </a:solidFill>
                <a:latin typeface="Aptos"/>
                <a:ea typeface="Times New Roman MT"/>
                <a:cs typeface="Times New Roman MT"/>
              </a:rPr>
              <a:t>In case multiple pulses are responded to, the app will alert authorities as well as your contacts.</a:t>
            </a:r>
            <a:endParaRPr/>
          </a:p>
          <a:p>
            <a:pPr algn="l">
              <a:lnSpc>
                <a:spcPts val="4479"/>
              </a:lnSpc>
              <a:defRPr/>
            </a:pPr>
            <a:endParaRPr lang="en-US" sz="3200">
              <a:solidFill>
                <a:srgbClr val="FFECA8"/>
              </a:solidFill>
              <a:latin typeface="Times New Roman MT"/>
              <a:ea typeface="Times New Roman MT"/>
              <a:cs typeface="Times New Roman MT"/>
            </a:endParaRPr>
          </a:p>
          <a:p>
            <a:pPr algn="l">
              <a:lnSpc>
                <a:spcPts val="4479"/>
              </a:lnSpc>
              <a:defRPr/>
            </a:pPr>
            <a:endParaRPr lang="en-US" sz="3200">
              <a:solidFill>
                <a:srgbClr val="FFECA8"/>
              </a:solidFill>
              <a:latin typeface="Times New Roman MT"/>
              <a:ea typeface="Times New Roman MT"/>
              <a:cs typeface="Times New Roman MT"/>
            </a:endParaRPr>
          </a:p>
          <a:p>
            <a:pPr algn="l">
              <a:lnSpc>
                <a:spcPts val="4479"/>
              </a:lnSpc>
              <a:defRPr/>
            </a:pPr>
            <a:endParaRPr lang="en-US" sz="3200">
              <a:solidFill>
                <a:srgbClr val="FFECA8"/>
              </a:solidFill>
              <a:latin typeface="Times New Roman MT"/>
              <a:ea typeface="Times New Roman MT"/>
              <a:cs typeface="Times New Roman M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5543C8">
                <a:alpha val="100000"/>
              </a:srgbClr>
            </a:gs>
            <a:gs pos="100000">
              <a:srgbClr val="402DAD">
                <a:alpha val="100000"/>
              </a:srgbClr>
            </a:gs>
          </a:gsLst>
          <a:lin ang="5400000" scaled="1"/>
        </a:gradFill>
      </p:bgPr>
    </p:bg>
    <p:spTree>
      <p:nvGrpSpPr>
        <p:cNvPr id="1" name=""/>
        <p:cNvGrpSpPr/>
        <p:nvPr/>
      </p:nvGrpSpPr>
      <p:grpSpPr bwMode="auto">
        <a:xfrm>
          <a:off x="0" y="0"/>
          <a:ext cx="0" cy="0"/>
          <a:chOff x="0" y="0"/>
          <a:chExt cx="0" cy="0"/>
        </a:xfrm>
      </p:grpSpPr>
      <p:grpSp>
        <p:nvGrpSpPr>
          <p:cNvPr id="419658189" name="Group 2"/>
          <p:cNvGrpSpPr/>
          <p:nvPr/>
        </p:nvGrpSpPr>
        <p:grpSpPr bwMode="auto">
          <a:xfrm>
            <a:off x="5005128" y="4113340"/>
            <a:ext cx="2264935" cy="1957790"/>
            <a:chOff x="0" y="0"/>
            <a:chExt cx="596526" cy="515632"/>
          </a:xfrm>
        </p:grpSpPr>
        <p:sp>
          <p:nvSpPr>
            <p:cNvPr id="3" name="Freeform 3"/>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4" name="TextBox 4"/>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454266337" name="Group 5"/>
          <p:cNvGrpSpPr/>
          <p:nvPr/>
        </p:nvGrpSpPr>
        <p:grpSpPr bwMode="auto">
          <a:xfrm>
            <a:off x="13264453" y="4922676"/>
            <a:ext cx="2264935" cy="1957790"/>
            <a:chOff x="0" y="0"/>
            <a:chExt cx="596526" cy="515632"/>
          </a:xfrm>
        </p:grpSpPr>
        <p:sp>
          <p:nvSpPr>
            <p:cNvPr id="6" name="Freeform 6"/>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7" name="TextBox 7"/>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603952342" name="Group 8"/>
          <p:cNvGrpSpPr/>
          <p:nvPr/>
        </p:nvGrpSpPr>
        <p:grpSpPr bwMode="auto">
          <a:xfrm>
            <a:off x="10797442" y="2257252"/>
            <a:ext cx="3156038" cy="2573699"/>
            <a:chOff x="0" y="0"/>
            <a:chExt cx="831220" cy="677847"/>
          </a:xfrm>
        </p:grpSpPr>
        <p:sp>
          <p:nvSpPr>
            <p:cNvPr id="9" name="Freeform 9"/>
            <p:cNvSpPr/>
            <p:nvPr/>
          </p:nvSpPr>
          <p:spPr bwMode="auto">
            <a:xfrm>
              <a:off x="0" y="0"/>
              <a:ext cx="831220" cy="677847"/>
            </a:xfrm>
            <a:custGeom>
              <a:avLst/>
              <a:gdLst/>
              <a:ahLst/>
              <a:cxnLst/>
              <a:rect l="l" t="t" r="r" b="b"/>
              <a:pathLst>
                <a:path w="831220" h="677847" fill="norm" stroke="1" extrusionOk="0">
                  <a:moveTo>
                    <a:pt x="49061" y="0"/>
                  </a:moveTo>
                  <a:lnTo>
                    <a:pt x="782159" y="0"/>
                  </a:lnTo>
                  <a:cubicBezTo>
                    <a:pt x="809254" y="0"/>
                    <a:pt x="831220" y="21965"/>
                    <a:pt x="831220" y="49061"/>
                  </a:cubicBezTo>
                  <a:lnTo>
                    <a:pt x="831220" y="628786"/>
                  </a:lnTo>
                  <a:cubicBezTo>
                    <a:pt x="831220" y="655881"/>
                    <a:pt x="809254" y="677847"/>
                    <a:pt x="782159" y="677847"/>
                  </a:cubicBezTo>
                  <a:lnTo>
                    <a:pt x="49061" y="677847"/>
                  </a:lnTo>
                  <a:cubicBezTo>
                    <a:pt x="21965" y="677847"/>
                    <a:pt x="0" y="655881"/>
                    <a:pt x="0" y="628786"/>
                  </a:cubicBezTo>
                  <a:lnTo>
                    <a:pt x="0" y="49061"/>
                  </a:lnTo>
                  <a:cubicBezTo>
                    <a:pt x="0" y="21965"/>
                    <a:pt x="21965" y="0"/>
                    <a:pt x="49061" y="0"/>
                  </a:cubicBezTo>
                  <a:close/>
                </a:path>
              </a:pathLst>
            </a:custGeom>
            <a:solidFill>
              <a:srgbClr val="D9D9D9">
                <a:alpha val="11765"/>
              </a:srgbClr>
            </a:solidFill>
          </p:spPr>
        </p:sp>
        <p:sp>
          <p:nvSpPr>
            <p:cNvPr id="10" name="TextBox 10"/>
            <p:cNvSpPr txBox="1"/>
            <p:nvPr/>
          </p:nvSpPr>
          <p:spPr bwMode="auto">
            <a:xfrm>
              <a:off x="0" y="-95250"/>
              <a:ext cx="831220" cy="77309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464752435" name="Group 11"/>
          <p:cNvGrpSpPr/>
          <p:nvPr/>
        </p:nvGrpSpPr>
        <p:grpSpPr bwMode="auto">
          <a:xfrm>
            <a:off x="5449990" y="477529"/>
            <a:ext cx="5275100" cy="3164417"/>
            <a:chOff x="0" y="0"/>
            <a:chExt cx="1389327" cy="833427"/>
          </a:xfrm>
        </p:grpSpPr>
        <p:sp>
          <p:nvSpPr>
            <p:cNvPr id="12" name="Freeform 12"/>
            <p:cNvSpPr/>
            <p:nvPr/>
          </p:nvSpPr>
          <p:spPr bwMode="auto">
            <a:xfrm>
              <a:off x="0" y="0"/>
              <a:ext cx="1389327" cy="833427"/>
            </a:xfrm>
            <a:custGeom>
              <a:avLst/>
              <a:gdLst/>
              <a:ahLst/>
              <a:cxnLst/>
              <a:rect l="l" t="t" r="r" b="b"/>
              <a:pathLst>
                <a:path w="1389327" h="833427" fill="norm" stroke="1" extrusionOk="0">
                  <a:moveTo>
                    <a:pt x="29353" y="0"/>
                  </a:moveTo>
                  <a:lnTo>
                    <a:pt x="1359974" y="0"/>
                  </a:lnTo>
                  <a:cubicBezTo>
                    <a:pt x="1376185" y="0"/>
                    <a:pt x="1389327" y="13142"/>
                    <a:pt x="1389327" y="29353"/>
                  </a:cubicBezTo>
                  <a:lnTo>
                    <a:pt x="1389327" y="804074"/>
                  </a:lnTo>
                  <a:cubicBezTo>
                    <a:pt x="1389327" y="820285"/>
                    <a:pt x="1376185" y="833427"/>
                    <a:pt x="1359974" y="833427"/>
                  </a:cubicBezTo>
                  <a:lnTo>
                    <a:pt x="29353" y="833427"/>
                  </a:lnTo>
                  <a:cubicBezTo>
                    <a:pt x="13142" y="833427"/>
                    <a:pt x="0" y="820285"/>
                    <a:pt x="0" y="804074"/>
                  </a:cubicBezTo>
                  <a:lnTo>
                    <a:pt x="0" y="29353"/>
                  </a:lnTo>
                  <a:cubicBezTo>
                    <a:pt x="0" y="13142"/>
                    <a:pt x="13142" y="0"/>
                    <a:pt x="29353" y="0"/>
                  </a:cubicBezTo>
                  <a:close/>
                </a:path>
              </a:pathLst>
            </a:custGeom>
            <a:solidFill>
              <a:srgbClr val="D9D9D9">
                <a:alpha val="11765"/>
              </a:srgbClr>
            </a:solidFill>
          </p:spPr>
        </p:sp>
        <p:sp>
          <p:nvSpPr>
            <p:cNvPr id="13" name="TextBox 13"/>
            <p:cNvSpPr txBox="1"/>
            <p:nvPr/>
          </p:nvSpPr>
          <p:spPr bwMode="auto">
            <a:xfrm>
              <a:off x="0" y="-95250"/>
              <a:ext cx="1389327" cy="92867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384233076" name="Group 14"/>
          <p:cNvGrpSpPr/>
          <p:nvPr/>
        </p:nvGrpSpPr>
        <p:grpSpPr bwMode="auto">
          <a:xfrm>
            <a:off x="-342656" y="5339279"/>
            <a:ext cx="18973313" cy="5106318"/>
            <a:chOff x="0" y="0"/>
            <a:chExt cx="4997086" cy="1344874"/>
          </a:xfrm>
        </p:grpSpPr>
        <p:sp>
          <p:nvSpPr>
            <p:cNvPr id="15" name="Freeform 15"/>
            <p:cNvSpPr/>
            <p:nvPr/>
          </p:nvSpPr>
          <p:spPr bwMode="auto">
            <a:xfrm>
              <a:off x="0" y="0"/>
              <a:ext cx="4997086" cy="1344874"/>
            </a:xfrm>
            <a:custGeom>
              <a:avLst/>
              <a:gdLst/>
              <a:ahLst/>
              <a:cxnLst/>
              <a:rect l="l" t="t" r="r" b="b"/>
              <a:pathLst>
                <a:path w="4997086" h="1344874" fill="norm" stroke="1" extrusionOk="0">
                  <a:moveTo>
                    <a:pt x="0" y="0"/>
                  </a:moveTo>
                  <a:lnTo>
                    <a:pt x="4997086" y="0"/>
                  </a:lnTo>
                  <a:lnTo>
                    <a:pt x="4997086" y="1344874"/>
                  </a:lnTo>
                  <a:lnTo>
                    <a:pt x="0" y="1344874"/>
                  </a:lnTo>
                  <a:close/>
                </a:path>
              </a:pathLst>
            </a:custGeom>
            <a:gradFill>
              <a:gsLst>
                <a:gs pos="0">
                  <a:srgbClr val="291B76">
                    <a:alpha val="0"/>
                  </a:srgbClr>
                </a:gs>
                <a:gs pos="100000">
                  <a:srgbClr val="1C1064">
                    <a:alpha val="100000"/>
                  </a:srgbClr>
                </a:gs>
              </a:gsLst>
              <a:lin ang="5400000" scaled="1"/>
            </a:gradFill>
          </p:spPr>
        </p:sp>
        <p:sp>
          <p:nvSpPr>
            <p:cNvPr id="16" name="TextBox 16"/>
            <p:cNvSpPr txBox="1"/>
            <p:nvPr/>
          </p:nvSpPr>
          <p:spPr bwMode="auto">
            <a:xfrm>
              <a:off x="0" y="-95250"/>
              <a:ext cx="4997086" cy="1440124"/>
            </a:xfrm>
            <a:prstGeom prst="rect">
              <a:avLst/>
            </a:prstGeom>
            <a:grpFill/>
          </p:spPr>
          <p:txBody>
            <a:bodyPr lIns="50800" tIns="50800" rIns="50800" bIns="50800" rtlCol="0" anchor="ctr"/>
            <a:lstStyle/>
            <a:p>
              <a:pPr marL="0" lvl="0" indent="0" algn="ctr">
                <a:lnSpc>
                  <a:spcPts val="3359"/>
                </a:lnSpc>
                <a:defRPr/>
              </a:pPr>
              <a:endParaRPr/>
            </a:p>
          </p:txBody>
        </p:sp>
      </p:grpSp>
      <p:sp>
        <p:nvSpPr>
          <p:cNvPr id="1350244273" name="Freeform 17"/>
          <p:cNvSpPr/>
          <p:nvPr/>
        </p:nvSpPr>
        <p:spPr bwMode="auto">
          <a:xfrm>
            <a:off x="2180704" y="3229841"/>
            <a:ext cx="3363166" cy="882831"/>
          </a:xfrm>
          <a:custGeom>
            <a:avLst/>
            <a:gdLst/>
            <a:ahLst/>
            <a:cxnLst/>
            <a:rect l="l" t="t" r="r" b="b"/>
            <a:pathLst>
              <a:path w="3363166" h="882831" fill="norm" stroke="1" extrusionOk="0">
                <a:moveTo>
                  <a:pt x="0" y="0"/>
                </a:moveTo>
                <a:lnTo>
                  <a:pt x="3363166" y="0"/>
                </a:lnTo>
                <a:lnTo>
                  <a:pt x="3363166" y="882831"/>
                </a:lnTo>
                <a:lnTo>
                  <a:pt x="0" y="882831"/>
                </a:lnTo>
                <a:lnTo>
                  <a:pt x="0" y="0"/>
                </a:lnTo>
                <a:close/>
              </a:path>
            </a:pathLst>
          </a:custGeom>
          <a:blipFill rotWithShape="1">
            <a:blip r:embed="rId3">
              <a:alphaModFix amt="70000"/>
            </a:blip>
            <a:stretch/>
          </a:blipFill>
        </p:spPr>
        <p:txBody>
          <a:bodyPr/>
          <a:p>
            <a:pPr algn="l"/>
          </a:p>
        </p:txBody>
      </p:sp>
      <p:sp>
        <p:nvSpPr>
          <p:cNvPr id="876223034" name="Freeform 18"/>
          <p:cNvSpPr/>
          <p:nvPr/>
        </p:nvSpPr>
        <p:spPr bwMode="auto">
          <a:xfrm>
            <a:off x="12816483" y="6798927"/>
            <a:ext cx="3145402" cy="825668"/>
          </a:xfrm>
          <a:custGeom>
            <a:avLst/>
            <a:gdLst/>
            <a:ahLst/>
            <a:cxnLst/>
            <a:rect l="l" t="t" r="r" b="b"/>
            <a:pathLst>
              <a:path w="3145402" h="825668" fill="norm" stroke="1" extrusionOk="0">
                <a:moveTo>
                  <a:pt x="0" y="0"/>
                </a:moveTo>
                <a:lnTo>
                  <a:pt x="3145402" y="0"/>
                </a:lnTo>
                <a:lnTo>
                  <a:pt x="3145402" y="825668"/>
                </a:lnTo>
                <a:lnTo>
                  <a:pt x="0" y="825668"/>
                </a:lnTo>
                <a:lnTo>
                  <a:pt x="0" y="0"/>
                </a:lnTo>
                <a:close/>
              </a:path>
            </a:pathLst>
          </a:custGeom>
          <a:blipFill rotWithShape="1">
            <a:blip r:embed="rId3">
              <a:alphaModFix amt="70000"/>
            </a:blip>
            <a:stretch/>
          </a:blipFill>
        </p:spPr>
        <p:txBody>
          <a:bodyPr/>
          <a:p>
            <a:pPr algn="l"/>
          </a:p>
        </p:txBody>
      </p:sp>
      <p:sp>
        <p:nvSpPr>
          <p:cNvPr id="327908059" name="Freeform 19"/>
          <p:cNvSpPr/>
          <p:nvPr/>
        </p:nvSpPr>
        <p:spPr bwMode="auto">
          <a:xfrm>
            <a:off x="649742" y="6151041"/>
            <a:ext cx="5064604" cy="1329458"/>
          </a:xfrm>
          <a:custGeom>
            <a:avLst/>
            <a:gdLst/>
            <a:ahLst/>
            <a:cxnLst/>
            <a:rect l="l" t="t" r="r" b="b"/>
            <a:pathLst>
              <a:path w="5064604" h="1329458" fill="norm" stroke="1" extrusionOk="0">
                <a:moveTo>
                  <a:pt x="0" y="0"/>
                </a:moveTo>
                <a:lnTo>
                  <a:pt x="5064603" y="0"/>
                </a:lnTo>
                <a:lnTo>
                  <a:pt x="5064603" y="1329459"/>
                </a:lnTo>
                <a:lnTo>
                  <a:pt x="0" y="1329459"/>
                </a:lnTo>
                <a:lnTo>
                  <a:pt x="0" y="0"/>
                </a:lnTo>
                <a:close/>
              </a:path>
            </a:pathLst>
          </a:custGeom>
          <a:blipFill rotWithShape="1">
            <a:blip r:embed="rId3">
              <a:alphaModFix amt="70000"/>
            </a:blip>
            <a:stretch/>
          </a:blipFill>
        </p:spPr>
        <p:txBody>
          <a:bodyPr/>
          <a:p>
            <a:pPr algn="l"/>
          </a:p>
        </p:txBody>
      </p:sp>
      <p:sp>
        <p:nvSpPr>
          <p:cNvPr id="1390793328" name="Freeform 20"/>
          <p:cNvSpPr/>
          <p:nvPr/>
        </p:nvSpPr>
        <p:spPr bwMode="auto">
          <a:xfrm>
            <a:off x="12861550" y="2515156"/>
            <a:ext cx="4698218" cy="1233282"/>
          </a:xfrm>
          <a:custGeom>
            <a:avLst/>
            <a:gdLst/>
            <a:ahLst/>
            <a:cxnLst/>
            <a:rect l="l" t="t" r="r" b="b"/>
            <a:pathLst>
              <a:path w="4698218" h="1233282" fill="norm" stroke="1" extrusionOk="0">
                <a:moveTo>
                  <a:pt x="0" y="0"/>
                </a:moveTo>
                <a:lnTo>
                  <a:pt x="4698218" y="0"/>
                </a:lnTo>
                <a:lnTo>
                  <a:pt x="4698218" y="1233282"/>
                </a:lnTo>
                <a:lnTo>
                  <a:pt x="0" y="1233282"/>
                </a:lnTo>
                <a:lnTo>
                  <a:pt x="0" y="0"/>
                </a:lnTo>
                <a:close/>
              </a:path>
            </a:pathLst>
          </a:custGeom>
          <a:blipFill rotWithShape="1">
            <a:blip r:embed="rId3">
              <a:alphaModFix amt="70000"/>
            </a:blip>
            <a:stretch/>
          </a:blipFill>
        </p:spPr>
        <p:txBody>
          <a:bodyPr/>
          <a:p>
            <a:pPr algn="l"/>
          </a:p>
        </p:txBody>
      </p:sp>
      <p:sp>
        <p:nvSpPr>
          <p:cNvPr id="1645878668" name="TextBox 21"/>
          <p:cNvSpPr txBox="1"/>
          <p:nvPr/>
        </p:nvSpPr>
        <p:spPr bwMode="auto">
          <a:xfrm>
            <a:off x="1028700" y="509234"/>
            <a:ext cx="16230600" cy="1024118"/>
          </a:xfrm>
          <a:prstGeom prst="rect">
            <a:avLst/>
          </a:prstGeom>
        </p:spPr>
        <p:txBody>
          <a:bodyPr lIns="0" tIns="0" rIns="0" bIns="0" rtlCol="0" anchor="t">
            <a:spAutoFit/>
          </a:bodyPr>
          <a:lstStyle/>
          <a:p>
            <a:pPr marL="0" lvl="0" indent="0" algn="ctr">
              <a:lnSpc>
                <a:spcPts val="7694"/>
              </a:lnSpc>
              <a:defRPr/>
            </a:pPr>
            <a:r>
              <a:rPr lang="en-US" sz="7700" spc="-191">
                <a:solidFill>
                  <a:srgbClr val="FFFFFF"/>
                </a:solidFill>
                <a:latin typeface="Aptos"/>
                <a:ea typeface="Archivo Black"/>
                <a:cs typeface="Archivo Black"/>
              </a:rPr>
              <a:t>IMPLEMENTATION DETAILS</a:t>
            </a:r>
            <a:endParaRPr/>
          </a:p>
        </p:txBody>
      </p:sp>
      <p:sp>
        <p:nvSpPr>
          <p:cNvPr id="1424670948" name="TextBox 22"/>
          <p:cNvSpPr txBox="1"/>
          <p:nvPr/>
        </p:nvSpPr>
        <p:spPr bwMode="auto">
          <a:xfrm>
            <a:off x="269711" y="1527711"/>
            <a:ext cx="17604224" cy="8582025"/>
          </a:xfrm>
          <a:prstGeom prst="rect">
            <a:avLst/>
          </a:prstGeom>
        </p:spPr>
        <p:txBody>
          <a:bodyPr lIns="0" tIns="0" rIns="0" bIns="0" rtlCol="0" anchor="t">
            <a:spAutoFit/>
          </a:bodyPr>
          <a:lstStyle/>
          <a:p>
            <a:pPr marL="647700" lvl="1" indent="-323850" algn="l">
              <a:lnSpc>
                <a:spcPts val="4200"/>
              </a:lnSpc>
              <a:buFont typeface="Arial"/>
              <a:buChar char="•"/>
              <a:defRPr/>
            </a:pPr>
            <a:r>
              <a:rPr lang="en-US" sz="3000">
                <a:solidFill>
                  <a:srgbClr val="FFECA8"/>
                </a:solidFill>
                <a:latin typeface="Aptos"/>
                <a:ea typeface="Times New Roman MT"/>
                <a:cs typeface="Times New Roman MT"/>
              </a:rPr>
              <a:t>A partnership with Google Maps will be made underway to improve location tracking and sharing.</a:t>
            </a:r>
            <a:endParaRPr/>
          </a:p>
          <a:p>
            <a:pPr algn="l">
              <a:lnSpc>
                <a:spcPts val="4200"/>
              </a:lnSpc>
              <a:defRPr/>
            </a:pPr>
            <a:endParaRPr lang="en-US" sz="3000">
              <a:solidFill>
                <a:srgbClr val="FFECA8"/>
              </a:solidFill>
              <a:latin typeface="Times New Roman MT"/>
              <a:ea typeface="Times New Roman MT"/>
              <a:cs typeface="Times New Roman MT"/>
            </a:endParaRPr>
          </a:p>
          <a:p>
            <a:pPr marL="647700" lvl="1" indent="-323850" algn="l">
              <a:lnSpc>
                <a:spcPts val="4200"/>
              </a:lnSpc>
              <a:buFont typeface="Arial"/>
              <a:buChar char="•"/>
              <a:defRPr/>
            </a:pPr>
            <a:r>
              <a:rPr lang="en-US" sz="3000">
                <a:solidFill>
                  <a:srgbClr val="FFECA8"/>
                </a:solidFill>
                <a:latin typeface="Aptos"/>
                <a:ea typeface="Times New Roman MT"/>
                <a:cs typeface="Times New Roman MT"/>
              </a:rPr>
              <a:t>Volunteers will be paid wages equal to government standards, depending on the regions which they are from.</a:t>
            </a:r>
            <a:endParaRPr/>
          </a:p>
          <a:p>
            <a:pPr algn="l">
              <a:lnSpc>
                <a:spcPts val="4200"/>
              </a:lnSpc>
              <a:defRPr/>
            </a:pPr>
            <a:endParaRPr lang="en-US" sz="3000">
              <a:solidFill>
                <a:srgbClr val="FFECA8"/>
              </a:solidFill>
              <a:latin typeface="Times New Roman MT"/>
              <a:ea typeface="Times New Roman MT"/>
              <a:cs typeface="Times New Roman MT"/>
            </a:endParaRPr>
          </a:p>
          <a:p>
            <a:pPr marL="647700" lvl="1" indent="-323850" algn="l">
              <a:lnSpc>
                <a:spcPts val="4200"/>
              </a:lnSpc>
              <a:buFont typeface="Arial"/>
              <a:buChar char="•"/>
              <a:defRPr/>
            </a:pPr>
            <a:r>
              <a:rPr lang="en-US" sz="3000">
                <a:solidFill>
                  <a:srgbClr val="FFECA8"/>
                </a:solidFill>
                <a:latin typeface="Aptos"/>
                <a:ea typeface="Times New Roman MT"/>
                <a:cs typeface="Times New Roman MT"/>
              </a:rPr>
              <a:t>Volunteers will be selected based on efficient usage of their skills like CPR, basic self defense and tacticality.</a:t>
            </a:r>
            <a:endParaRPr/>
          </a:p>
          <a:p>
            <a:pPr algn="l">
              <a:lnSpc>
                <a:spcPts val="4200"/>
              </a:lnSpc>
              <a:defRPr/>
            </a:pPr>
            <a:endParaRPr lang="en-US" sz="3000">
              <a:solidFill>
                <a:srgbClr val="FFECA8"/>
              </a:solidFill>
              <a:latin typeface="Times New Roman MT"/>
              <a:ea typeface="Times New Roman MT"/>
              <a:cs typeface="Times New Roman MT"/>
            </a:endParaRPr>
          </a:p>
          <a:p>
            <a:pPr marL="647700" lvl="1" indent="-323850" algn="l">
              <a:lnSpc>
                <a:spcPts val="4200"/>
              </a:lnSpc>
              <a:buFont typeface="Arial"/>
              <a:buChar char="•"/>
              <a:defRPr/>
            </a:pPr>
            <a:r>
              <a:rPr lang="en-US" sz="3000">
                <a:solidFill>
                  <a:srgbClr val="FFECA8"/>
                </a:solidFill>
                <a:latin typeface="Aptos"/>
                <a:ea typeface="Times New Roman MT"/>
                <a:cs typeface="Times New Roman MT"/>
              </a:rPr>
              <a:t>A minimum of 2 volunteers will be recruited within a 2 km radius from any point.</a:t>
            </a:r>
            <a:endParaRPr/>
          </a:p>
          <a:p>
            <a:pPr algn="l">
              <a:lnSpc>
                <a:spcPts val="4200"/>
              </a:lnSpc>
              <a:defRPr/>
            </a:pPr>
            <a:endParaRPr lang="en-US" sz="3000">
              <a:solidFill>
                <a:srgbClr val="FFECA8"/>
              </a:solidFill>
              <a:latin typeface="Times New Roman MT"/>
              <a:ea typeface="Times New Roman MT"/>
              <a:cs typeface="Times New Roman MT"/>
            </a:endParaRPr>
          </a:p>
          <a:p>
            <a:pPr marL="647700" lvl="1" indent="-323850" algn="l">
              <a:lnSpc>
                <a:spcPts val="4200"/>
              </a:lnSpc>
              <a:buFont typeface="Arial"/>
              <a:buChar char="•"/>
              <a:defRPr/>
            </a:pPr>
            <a:r>
              <a:rPr lang="en-US" sz="3000">
                <a:solidFill>
                  <a:srgbClr val="FFECA8"/>
                </a:solidFill>
                <a:latin typeface="Aptos"/>
                <a:ea typeface="Times New Roman MT"/>
                <a:cs typeface="Times New Roman MT"/>
              </a:rPr>
              <a:t>Police and other emergency services will be given data packets that contain all necessary files to recieve alerts from the app.</a:t>
            </a:r>
            <a:endParaRPr/>
          </a:p>
          <a:p>
            <a:pPr algn="l">
              <a:lnSpc>
                <a:spcPts val="4200"/>
              </a:lnSpc>
              <a:defRPr/>
            </a:pPr>
            <a:endParaRPr lang="en-US" sz="3000">
              <a:solidFill>
                <a:srgbClr val="FFECA8"/>
              </a:solidFill>
              <a:latin typeface="Times New Roman MT"/>
              <a:ea typeface="Times New Roman MT"/>
              <a:cs typeface="Times New Roman MT"/>
            </a:endParaRPr>
          </a:p>
          <a:p>
            <a:pPr marL="647700" lvl="1" indent="-323850" algn="l">
              <a:lnSpc>
                <a:spcPts val="4200"/>
              </a:lnSpc>
              <a:buFont typeface="Arial"/>
              <a:buChar char="•"/>
              <a:defRPr/>
            </a:pPr>
            <a:r>
              <a:rPr lang="en-US" sz="3000">
                <a:solidFill>
                  <a:srgbClr val="FFECA8"/>
                </a:solidFill>
                <a:latin typeface="Aptos"/>
                <a:ea typeface="Times New Roman MT"/>
                <a:cs typeface="Times New Roman MT"/>
              </a:rPr>
              <a:t>Permissions will be taken from the user to access contacts, location and notifications. In case of an emergency, the app will place emergency calls, that bypass all phone locks.</a:t>
            </a:r>
            <a:endParaRPr/>
          </a:p>
          <a:p>
            <a:pPr algn="l">
              <a:lnSpc>
                <a:spcPts val="4200"/>
              </a:lnSpc>
              <a:defRPr/>
            </a:pPr>
            <a:endParaRPr lang="en-US" sz="3000">
              <a:solidFill>
                <a:srgbClr val="FFECA8"/>
              </a:solidFill>
              <a:latin typeface="Times New Roman MT"/>
              <a:ea typeface="Times New Roman MT"/>
              <a:cs typeface="Times New Roman M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5543C8">
                <a:alpha val="100000"/>
              </a:srgbClr>
            </a:gs>
            <a:gs pos="100000">
              <a:srgbClr val="402DAD">
                <a:alpha val="100000"/>
              </a:srgbClr>
            </a:gs>
          </a:gsLst>
          <a:lin ang="5400000" scaled="1"/>
        </a:gradFill>
      </p:bgPr>
    </p:bg>
    <p:spTree>
      <p:nvGrpSpPr>
        <p:cNvPr id="1" name=""/>
        <p:cNvGrpSpPr/>
        <p:nvPr/>
      </p:nvGrpSpPr>
      <p:grpSpPr bwMode="auto">
        <a:xfrm>
          <a:off x="0" y="0"/>
          <a:ext cx="0" cy="0"/>
          <a:chOff x="0" y="0"/>
          <a:chExt cx="0" cy="0"/>
        </a:xfrm>
      </p:grpSpPr>
      <p:grpSp>
        <p:nvGrpSpPr>
          <p:cNvPr id="1213921465" name="Group 2"/>
          <p:cNvGrpSpPr/>
          <p:nvPr/>
        </p:nvGrpSpPr>
        <p:grpSpPr bwMode="auto">
          <a:xfrm>
            <a:off x="5005128" y="4113340"/>
            <a:ext cx="2264935" cy="1957790"/>
            <a:chOff x="0" y="0"/>
            <a:chExt cx="596526" cy="515632"/>
          </a:xfrm>
        </p:grpSpPr>
        <p:sp>
          <p:nvSpPr>
            <p:cNvPr id="3" name="Freeform 3"/>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4" name="TextBox 4"/>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509107547" name="Group 5"/>
          <p:cNvGrpSpPr/>
          <p:nvPr/>
        </p:nvGrpSpPr>
        <p:grpSpPr bwMode="auto">
          <a:xfrm>
            <a:off x="13264453" y="4922676"/>
            <a:ext cx="2264935" cy="1957790"/>
            <a:chOff x="0" y="0"/>
            <a:chExt cx="596526" cy="515632"/>
          </a:xfrm>
        </p:grpSpPr>
        <p:sp>
          <p:nvSpPr>
            <p:cNvPr id="6" name="Freeform 6"/>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7" name="TextBox 7"/>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887922945" name="Group 8"/>
          <p:cNvGrpSpPr/>
          <p:nvPr/>
        </p:nvGrpSpPr>
        <p:grpSpPr bwMode="auto">
          <a:xfrm>
            <a:off x="10797442" y="2257252"/>
            <a:ext cx="3156038" cy="2573699"/>
            <a:chOff x="0" y="0"/>
            <a:chExt cx="831220" cy="677847"/>
          </a:xfrm>
        </p:grpSpPr>
        <p:sp>
          <p:nvSpPr>
            <p:cNvPr id="9" name="Freeform 9"/>
            <p:cNvSpPr/>
            <p:nvPr/>
          </p:nvSpPr>
          <p:spPr bwMode="auto">
            <a:xfrm>
              <a:off x="0" y="0"/>
              <a:ext cx="831220" cy="677847"/>
            </a:xfrm>
            <a:custGeom>
              <a:avLst/>
              <a:gdLst/>
              <a:ahLst/>
              <a:cxnLst/>
              <a:rect l="l" t="t" r="r" b="b"/>
              <a:pathLst>
                <a:path w="831220" h="677847" fill="norm" stroke="1" extrusionOk="0">
                  <a:moveTo>
                    <a:pt x="49061" y="0"/>
                  </a:moveTo>
                  <a:lnTo>
                    <a:pt x="782159" y="0"/>
                  </a:lnTo>
                  <a:cubicBezTo>
                    <a:pt x="809254" y="0"/>
                    <a:pt x="831220" y="21965"/>
                    <a:pt x="831220" y="49061"/>
                  </a:cubicBezTo>
                  <a:lnTo>
                    <a:pt x="831220" y="628786"/>
                  </a:lnTo>
                  <a:cubicBezTo>
                    <a:pt x="831220" y="655881"/>
                    <a:pt x="809254" y="677847"/>
                    <a:pt x="782159" y="677847"/>
                  </a:cubicBezTo>
                  <a:lnTo>
                    <a:pt x="49061" y="677847"/>
                  </a:lnTo>
                  <a:cubicBezTo>
                    <a:pt x="21965" y="677847"/>
                    <a:pt x="0" y="655881"/>
                    <a:pt x="0" y="628786"/>
                  </a:cubicBezTo>
                  <a:lnTo>
                    <a:pt x="0" y="49061"/>
                  </a:lnTo>
                  <a:cubicBezTo>
                    <a:pt x="0" y="21965"/>
                    <a:pt x="21965" y="0"/>
                    <a:pt x="49061" y="0"/>
                  </a:cubicBezTo>
                  <a:close/>
                </a:path>
              </a:pathLst>
            </a:custGeom>
            <a:solidFill>
              <a:srgbClr val="D9D9D9">
                <a:alpha val="11765"/>
              </a:srgbClr>
            </a:solidFill>
          </p:spPr>
        </p:sp>
        <p:sp>
          <p:nvSpPr>
            <p:cNvPr id="10" name="TextBox 10"/>
            <p:cNvSpPr txBox="1"/>
            <p:nvPr/>
          </p:nvSpPr>
          <p:spPr bwMode="auto">
            <a:xfrm>
              <a:off x="0" y="-95250"/>
              <a:ext cx="831220" cy="77309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496884312" name="Group 11"/>
          <p:cNvGrpSpPr/>
          <p:nvPr/>
        </p:nvGrpSpPr>
        <p:grpSpPr bwMode="auto">
          <a:xfrm>
            <a:off x="5449990" y="477529"/>
            <a:ext cx="5275100" cy="3164417"/>
            <a:chOff x="0" y="0"/>
            <a:chExt cx="1389327" cy="833427"/>
          </a:xfrm>
        </p:grpSpPr>
        <p:sp>
          <p:nvSpPr>
            <p:cNvPr id="12" name="Freeform 12"/>
            <p:cNvSpPr/>
            <p:nvPr/>
          </p:nvSpPr>
          <p:spPr bwMode="auto">
            <a:xfrm>
              <a:off x="0" y="0"/>
              <a:ext cx="1389327" cy="833427"/>
            </a:xfrm>
            <a:custGeom>
              <a:avLst/>
              <a:gdLst/>
              <a:ahLst/>
              <a:cxnLst/>
              <a:rect l="l" t="t" r="r" b="b"/>
              <a:pathLst>
                <a:path w="1389327" h="833427" fill="norm" stroke="1" extrusionOk="0">
                  <a:moveTo>
                    <a:pt x="29353" y="0"/>
                  </a:moveTo>
                  <a:lnTo>
                    <a:pt x="1359974" y="0"/>
                  </a:lnTo>
                  <a:cubicBezTo>
                    <a:pt x="1376185" y="0"/>
                    <a:pt x="1389327" y="13142"/>
                    <a:pt x="1389327" y="29353"/>
                  </a:cubicBezTo>
                  <a:lnTo>
                    <a:pt x="1389327" y="804074"/>
                  </a:lnTo>
                  <a:cubicBezTo>
                    <a:pt x="1389327" y="820285"/>
                    <a:pt x="1376185" y="833427"/>
                    <a:pt x="1359974" y="833427"/>
                  </a:cubicBezTo>
                  <a:lnTo>
                    <a:pt x="29353" y="833427"/>
                  </a:lnTo>
                  <a:cubicBezTo>
                    <a:pt x="13142" y="833427"/>
                    <a:pt x="0" y="820285"/>
                    <a:pt x="0" y="804074"/>
                  </a:cubicBezTo>
                  <a:lnTo>
                    <a:pt x="0" y="29353"/>
                  </a:lnTo>
                  <a:cubicBezTo>
                    <a:pt x="0" y="13142"/>
                    <a:pt x="13142" y="0"/>
                    <a:pt x="29353" y="0"/>
                  </a:cubicBezTo>
                  <a:close/>
                </a:path>
              </a:pathLst>
            </a:custGeom>
            <a:solidFill>
              <a:srgbClr val="D9D9D9">
                <a:alpha val="11765"/>
              </a:srgbClr>
            </a:solidFill>
          </p:spPr>
        </p:sp>
        <p:sp>
          <p:nvSpPr>
            <p:cNvPr id="13" name="TextBox 13"/>
            <p:cNvSpPr txBox="1"/>
            <p:nvPr/>
          </p:nvSpPr>
          <p:spPr bwMode="auto">
            <a:xfrm>
              <a:off x="0" y="-95250"/>
              <a:ext cx="1389327" cy="92867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73059310" name="Group 14"/>
          <p:cNvGrpSpPr/>
          <p:nvPr/>
        </p:nvGrpSpPr>
        <p:grpSpPr bwMode="auto">
          <a:xfrm>
            <a:off x="-342656" y="5339279"/>
            <a:ext cx="18973313" cy="5106318"/>
            <a:chOff x="0" y="0"/>
            <a:chExt cx="4997086" cy="1344874"/>
          </a:xfrm>
        </p:grpSpPr>
        <p:sp>
          <p:nvSpPr>
            <p:cNvPr id="15" name="Freeform 15"/>
            <p:cNvSpPr/>
            <p:nvPr/>
          </p:nvSpPr>
          <p:spPr bwMode="auto">
            <a:xfrm>
              <a:off x="0" y="0"/>
              <a:ext cx="4997086" cy="1344874"/>
            </a:xfrm>
            <a:custGeom>
              <a:avLst/>
              <a:gdLst/>
              <a:ahLst/>
              <a:cxnLst/>
              <a:rect l="l" t="t" r="r" b="b"/>
              <a:pathLst>
                <a:path w="4997086" h="1344874" fill="norm" stroke="1" extrusionOk="0">
                  <a:moveTo>
                    <a:pt x="0" y="0"/>
                  </a:moveTo>
                  <a:lnTo>
                    <a:pt x="4997086" y="0"/>
                  </a:lnTo>
                  <a:lnTo>
                    <a:pt x="4997086" y="1344874"/>
                  </a:lnTo>
                  <a:lnTo>
                    <a:pt x="0" y="1344874"/>
                  </a:lnTo>
                  <a:close/>
                </a:path>
              </a:pathLst>
            </a:custGeom>
            <a:gradFill>
              <a:gsLst>
                <a:gs pos="0">
                  <a:srgbClr val="291B76">
                    <a:alpha val="0"/>
                  </a:srgbClr>
                </a:gs>
                <a:gs pos="100000">
                  <a:srgbClr val="1C1064">
                    <a:alpha val="100000"/>
                  </a:srgbClr>
                </a:gs>
              </a:gsLst>
              <a:lin ang="5400000" scaled="1"/>
            </a:gradFill>
          </p:spPr>
        </p:sp>
        <p:sp>
          <p:nvSpPr>
            <p:cNvPr id="16" name="TextBox 16"/>
            <p:cNvSpPr txBox="1"/>
            <p:nvPr/>
          </p:nvSpPr>
          <p:spPr bwMode="auto">
            <a:xfrm>
              <a:off x="0" y="-95250"/>
              <a:ext cx="4997086" cy="1440124"/>
            </a:xfrm>
            <a:prstGeom prst="rect">
              <a:avLst/>
            </a:prstGeom>
            <a:grpFill/>
          </p:spPr>
          <p:txBody>
            <a:bodyPr lIns="50800" tIns="50800" rIns="50800" bIns="50800" rtlCol="0" anchor="ctr"/>
            <a:lstStyle/>
            <a:p>
              <a:pPr marL="0" lvl="0" indent="0" algn="ctr">
                <a:lnSpc>
                  <a:spcPts val="3359"/>
                </a:lnSpc>
                <a:defRPr/>
              </a:pPr>
              <a:endParaRPr/>
            </a:p>
          </p:txBody>
        </p:sp>
      </p:grpSp>
      <p:sp>
        <p:nvSpPr>
          <p:cNvPr id="1782760225" name="Freeform 17"/>
          <p:cNvSpPr/>
          <p:nvPr/>
        </p:nvSpPr>
        <p:spPr bwMode="auto">
          <a:xfrm>
            <a:off x="2180704" y="3229841"/>
            <a:ext cx="3363166" cy="882831"/>
          </a:xfrm>
          <a:custGeom>
            <a:avLst/>
            <a:gdLst/>
            <a:ahLst/>
            <a:cxnLst/>
            <a:rect l="l" t="t" r="r" b="b"/>
            <a:pathLst>
              <a:path w="3363166" h="882831" fill="norm" stroke="1" extrusionOk="0">
                <a:moveTo>
                  <a:pt x="0" y="0"/>
                </a:moveTo>
                <a:lnTo>
                  <a:pt x="3363166" y="0"/>
                </a:lnTo>
                <a:lnTo>
                  <a:pt x="3363166" y="882831"/>
                </a:lnTo>
                <a:lnTo>
                  <a:pt x="0" y="882831"/>
                </a:lnTo>
                <a:lnTo>
                  <a:pt x="0" y="0"/>
                </a:lnTo>
                <a:close/>
              </a:path>
            </a:pathLst>
          </a:custGeom>
          <a:blipFill rotWithShape="1">
            <a:blip r:embed="rId3">
              <a:alphaModFix amt="70000"/>
            </a:blip>
            <a:stretch/>
          </a:blipFill>
        </p:spPr>
        <p:txBody>
          <a:bodyPr/>
          <a:p>
            <a:pPr algn="l"/>
          </a:p>
        </p:txBody>
      </p:sp>
      <p:sp>
        <p:nvSpPr>
          <p:cNvPr id="1766476181" name="Freeform 18"/>
          <p:cNvSpPr/>
          <p:nvPr/>
        </p:nvSpPr>
        <p:spPr bwMode="auto">
          <a:xfrm>
            <a:off x="12816483" y="6798927"/>
            <a:ext cx="3145402" cy="825668"/>
          </a:xfrm>
          <a:custGeom>
            <a:avLst/>
            <a:gdLst/>
            <a:ahLst/>
            <a:cxnLst/>
            <a:rect l="l" t="t" r="r" b="b"/>
            <a:pathLst>
              <a:path w="3145402" h="825668" fill="norm" stroke="1" extrusionOk="0">
                <a:moveTo>
                  <a:pt x="0" y="0"/>
                </a:moveTo>
                <a:lnTo>
                  <a:pt x="3145402" y="0"/>
                </a:lnTo>
                <a:lnTo>
                  <a:pt x="3145402" y="825668"/>
                </a:lnTo>
                <a:lnTo>
                  <a:pt x="0" y="825668"/>
                </a:lnTo>
                <a:lnTo>
                  <a:pt x="0" y="0"/>
                </a:lnTo>
                <a:close/>
              </a:path>
            </a:pathLst>
          </a:custGeom>
          <a:blipFill rotWithShape="1">
            <a:blip r:embed="rId3">
              <a:alphaModFix amt="70000"/>
            </a:blip>
            <a:stretch/>
          </a:blipFill>
        </p:spPr>
        <p:txBody>
          <a:bodyPr/>
          <a:p>
            <a:pPr algn="l"/>
          </a:p>
        </p:txBody>
      </p:sp>
      <p:sp>
        <p:nvSpPr>
          <p:cNvPr id="1560031239" name="Freeform 19"/>
          <p:cNvSpPr/>
          <p:nvPr/>
        </p:nvSpPr>
        <p:spPr bwMode="auto">
          <a:xfrm>
            <a:off x="649742" y="6151041"/>
            <a:ext cx="5064604" cy="1329458"/>
          </a:xfrm>
          <a:custGeom>
            <a:avLst/>
            <a:gdLst/>
            <a:ahLst/>
            <a:cxnLst/>
            <a:rect l="l" t="t" r="r" b="b"/>
            <a:pathLst>
              <a:path w="5064604" h="1329458" fill="norm" stroke="1" extrusionOk="0">
                <a:moveTo>
                  <a:pt x="0" y="0"/>
                </a:moveTo>
                <a:lnTo>
                  <a:pt x="5064603" y="0"/>
                </a:lnTo>
                <a:lnTo>
                  <a:pt x="5064603" y="1329459"/>
                </a:lnTo>
                <a:lnTo>
                  <a:pt x="0" y="1329459"/>
                </a:lnTo>
                <a:lnTo>
                  <a:pt x="0" y="0"/>
                </a:lnTo>
                <a:close/>
              </a:path>
            </a:pathLst>
          </a:custGeom>
          <a:blipFill rotWithShape="1">
            <a:blip r:embed="rId3">
              <a:alphaModFix amt="70000"/>
            </a:blip>
            <a:stretch/>
          </a:blipFill>
        </p:spPr>
        <p:txBody>
          <a:bodyPr/>
          <a:p>
            <a:pPr algn="l"/>
          </a:p>
        </p:txBody>
      </p:sp>
      <p:sp>
        <p:nvSpPr>
          <p:cNvPr id="1905706966" name="Freeform 20"/>
          <p:cNvSpPr/>
          <p:nvPr/>
        </p:nvSpPr>
        <p:spPr bwMode="auto">
          <a:xfrm>
            <a:off x="12861550" y="2515156"/>
            <a:ext cx="4698218" cy="1233282"/>
          </a:xfrm>
          <a:custGeom>
            <a:avLst/>
            <a:gdLst/>
            <a:ahLst/>
            <a:cxnLst/>
            <a:rect l="l" t="t" r="r" b="b"/>
            <a:pathLst>
              <a:path w="4698218" h="1233282" fill="norm" stroke="1" extrusionOk="0">
                <a:moveTo>
                  <a:pt x="0" y="0"/>
                </a:moveTo>
                <a:lnTo>
                  <a:pt x="4698218" y="0"/>
                </a:lnTo>
                <a:lnTo>
                  <a:pt x="4698218" y="1233282"/>
                </a:lnTo>
                <a:lnTo>
                  <a:pt x="0" y="1233282"/>
                </a:lnTo>
                <a:lnTo>
                  <a:pt x="0" y="0"/>
                </a:lnTo>
                <a:close/>
              </a:path>
            </a:pathLst>
          </a:custGeom>
          <a:blipFill rotWithShape="1">
            <a:blip r:embed="rId3">
              <a:alphaModFix amt="70000"/>
            </a:blip>
            <a:stretch/>
          </a:blipFill>
        </p:spPr>
        <p:txBody>
          <a:bodyPr/>
          <a:p>
            <a:pPr algn="l"/>
          </a:p>
        </p:txBody>
      </p:sp>
      <p:sp>
        <p:nvSpPr>
          <p:cNvPr id="717868809" name="TextBox 21"/>
          <p:cNvSpPr txBox="1"/>
          <p:nvPr/>
        </p:nvSpPr>
        <p:spPr bwMode="auto">
          <a:xfrm>
            <a:off x="649742" y="509234"/>
            <a:ext cx="16230600" cy="1024118"/>
          </a:xfrm>
          <a:prstGeom prst="rect">
            <a:avLst/>
          </a:prstGeom>
        </p:spPr>
        <p:txBody>
          <a:bodyPr lIns="0" tIns="0" rIns="0" bIns="0" rtlCol="0" anchor="t">
            <a:spAutoFit/>
          </a:bodyPr>
          <a:lstStyle/>
          <a:p>
            <a:pPr marL="0" lvl="0" indent="0" algn="ctr">
              <a:lnSpc>
                <a:spcPts val="7694"/>
              </a:lnSpc>
              <a:defRPr/>
            </a:pPr>
            <a:r>
              <a:rPr lang="en-US" sz="7700" spc="-191">
                <a:solidFill>
                  <a:srgbClr val="FFFFFF"/>
                </a:solidFill>
                <a:latin typeface="Aptos"/>
                <a:ea typeface="Archivo Black"/>
                <a:cs typeface="Archivo Black"/>
              </a:rPr>
              <a:t>FUTURE SCOPE</a:t>
            </a:r>
            <a:endParaRPr/>
          </a:p>
        </p:txBody>
      </p:sp>
      <p:sp>
        <p:nvSpPr>
          <p:cNvPr id="620916240" name="TextBox 22"/>
          <p:cNvSpPr txBox="1"/>
          <p:nvPr/>
        </p:nvSpPr>
        <p:spPr bwMode="auto">
          <a:xfrm>
            <a:off x="105304" y="1612265"/>
            <a:ext cx="18077391" cy="7646035"/>
          </a:xfrm>
          <a:prstGeom prst="rect">
            <a:avLst/>
          </a:prstGeom>
        </p:spPr>
        <p:txBody>
          <a:bodyPr lIns="0" tIns="0" rIns="0" bIns="0" rtlCol="0" anchor="t">
            <a:spAutoFit/>
          </a:bodyPr>
          <a:lstStyle/>
          <a:p>
            <a:pPr marL="669289" lvl="1" indent="-334645" algn="l">
              <a:lnSpc>
                <a:spcPts val="4339"/>
              </a:lnSpc>
              <a:buFont typeface="Arial"/>
              <a:buChar char="•"/>
              <a:defRPr/>
            </a:pPr>
            <a:r>
              <a:rPr lang="en-US" sz="3100">
                <a:solidFill>
                  <a:srgbClr val="FFECA8"/>
                </a:solidFill>
                <a:latin typeface="Aptos"/>
                <a:ea typeface="Times New Roman MT"/>
                <a:cs typeface="Times New Roman MT"/>
              </a:rPr>
              <a:t>High frequency sound emitter will be improved upon so as to not damage phone speakers.</a:t>
            </a:r>
            <a:endParaRPr/>
          </a:p>
          <a:p>
            <a:pPr algn="l">
              <a:lnSpc>
                <a:spcPts val="4339"/>
              </a:lnSpc>
              <a:defRPr/>
            </a:pPr>
            <a:endParaRPr lang="en-US" sz="3100">
              <a:solidFill>
                <a:srgbClr val="FFECA8"/>
              </a:solidFill>
              <a:latin typeface="Times New Roman MT"/>
              <a:ea typeface="Times New Roman MT"/>
              <a:cs typeface="Times New Roman MT"/>
            </a:endParaRPr>
          </a:p>
          <a:p>
            <a:pPr marL="669289" lvl="1" indent="-334645" algn="l">
              <a:lnSpc>
                <a:spcPts val="4339"/>
              </a:lnSpc>
              <a:buFont typeface="Arial"/>
              <a:buChar char="•"/>
              <a:defRPr/>
            </a:pPr>
            <a:r>
              <a:rPr lang="en-US" sz="3100">
                <a:solidFill>
                  <a:srgbClr val="FFECA8"/>
                </a:solidFill>
                <a:latin typeface="Aptos"/>
                <a:ea typeface="Times New Roman MT"/>
                <a:cs typeface="Times New Roman MT"/>
              </a:rPr>
              <a:t>A phone case with an equipped physical button will be planned to make the alerting process more efficient.</a:t>
            </a:r>
            <a:endParaRPr/>
          </a:p>
          <a:p>
            <a:pPr algn="l">
              <a:lnSpc>
                <a:spcPts val="4339"/>
              </a:lnSpc>
              <a:defRPr/>
            </a:pPr>
            <a:endParaRPr lang="en-US" sz="3100">
              <a:solidFill>
                <a:srgbClr val="FFECA8"/>
              </a:solidFill>
              <a:latin typeface="Times New Roman MT"/>
              <a:ea typeface="Times New Roman MT"/>
              <a:cs typeface="Times New Roman MT"/>
            </a:endParaRPr>
          </a:p>
          <a:p>
            <a:pPr marL="669289" lvl="1" indent="-334645" algn="l">
              <a:lnSpc>
                <a:spcPts val="4339"/>
              </a:lnSpc>
              <a:buFont typeface="Arial"/>
              <a:buChar char="•"/>
              <a:defRPr/>
            </a:pPr>
            <a:r>
              <a:rPr lang="en-US" sz="3100">
                <a:solidFill>
                  <a:srgbClr val="FFECA8"/>
                </a:solidFill>
                <a:latin typeface="Aptos"/>
                <a:ea typeface="Times New Roman MT"/>
                <a:cs typeface="Times New Roman MT"/>
              </a:rPr>
              <a:t>Volunteer outreach programmes will be conducted to recruit people and training sessions will be organised to educate them of basic protective and resuscitation skills.</a:t>
            </a:r>
            <a:endParaRPr/>
          </a:p>
          <a:p>
            <a:pPr algn="l">
              <a:lnSpc>
                <a:spcPts val="4339"/>
              </a:lnSpc>
              <a:defRPr/>
            </a:pPr>
            <a:endParaRPr lang="en-US" sz="3100">
              <a:solidFill>
                <a:srgbClr val="FFECA8"/>
              </a:solidFill>
              <a:latin typeface="Times New Roman MT"/>
              <a:ea typeface="Times New Roman MT"/>
              <a:cs typeface="Times New Roman MT"/>
            </a:endParaRPr>
          </a:p>
          <a:p>
            <a:pPr marL="669289" lvl="1" indent="-334645" algn="l">
              <a:lnSpc>
                <a:spcPts val="4339"/>
              </a:lnSpc>
              <a:buFont typeface="Arial"/>
              <a:buChar char="•"/>
              <a:defRPr/>
            </a:pPr>
            <a:r>
              <a:rPr lang="en-US" sz="3100">
                <a:solidFill>
                  <a:srgbClr val="FFECA8"/>
                </a:solidFill>
                <a:latin typeface="Aptos"/>
                <a:ea typeface="Times New Roman MT"/>
                <a:cs typeface="Times New Roman MT"/>
              </a:rPr>
              <a:t>A web of sensors and processors will be incorporated on to existing mobile towers to make the process of location tracking and sharing seamless and inclusive within the application itself. </a:t>
            </a:r>
            <a:endParaRPr/>
          </a:p>
          <a:p>
            <a:pPr algn="l">
              <a:lnSpc>
                <a:spcPts val="4339"/>
              </a:lnSpc>
              <a:defRPr/>
            </a:pPr>
            <a:endParaRPr lang="en-US" sz="3100">
              <a:solidFill>
                <a:srgbClr val="FFECA8"/>
              </a:solidFill>
              <a:latin typeface="Times New Roman MT"/>
              <a:ea typeface="Times New Roman MT"/>
              <a:cs typeface="Times New Roman MT"/>
            </a:endParaRPr>
          </a:p>
          <a:p>
            <a:pPr marL="669289" lvl="1" indent="-334645" algn="l">
              <a:lnSpc>
                <a:spcPts val="4339"/>
              </a:lnSpc>
              <a:buFont typeface="Arial"/>
              <a:buChar char="•"/>
              <a:defRPr/>
            </a:pPr>
            <a:r>
              <a:rPr lang="en-US" sz="3100">
                <a:solidFill>
                  <a:srgbClr val="FFECA8"/>
                </a:solidFill>
                <a:latin typeface="Aptos"/>
                <a:ea typeface="Times New Roman MT"/>
                <a:cs typeface="Times New Roman MT"/>
              </a:rPr>
              <a:t>A move to go global will be implemented to help women all arounf the globe.</a:t>
            </a:r>
            <a:endParaRPr/>
          </a:p>
          <a:p>
            <a:pPr algn="l">
              <a:lnSpc>
                <a:spcPts val="4339"/>
              </a:lnSpc>
              <a:defRPr/>
            </a:pPr>
            <a:endParaRPr lang="en-US" sz="3100">
              <a:solidFill>
                <a:srgbClr val="FFECA8"/>
              </a:solidFill>
              <a:latin typeface="Times New Roman MT"/>
              <a:ea typeface="Times New Roman MT"/>
              <a:cs typeface="Times New Roman MT"/>
            </a:endParaRPr>
          </a:p>
          <a:p>
            <a:pPr marL="669289" lvl="1" indent="-334645" algn="l">
              <a:lnSpc>
                <a:spcPts val="4339"/>
              </a:lnSpc>
              <a:buFont typeface="Arial"/>
              <a:buChar char="•"/>
              <a:defRPr/>
            </a:pPr>
            <a:r>
              <a:rPr lang="en-US" sz="3100">
                <a:solidFill>
                  <a:srgbClr val="FFECA8"/>
                </a:solidFill>
                <a:latin typeface="Aptos"/>
                <a:ea typeface="Times New Roman MT"/>
                <a:cs typeface="Times New Roman MT"/>
              </a:rPr>
              <a:t>A simplified version of the app will be develepoed for those who cannot afford high-end smart phones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5543C8">
                <a:alpha val="100000"/>
              </a:srgbClr>
            </a:gs>
            <a:gs pos="100000">
              <a:srgbClr val="402DAD">
                <a:alpha val="100000"/>
              </a:srgbClr>
            </a:gs>
          </a:gsLst>
          <a:lin ang="5400000" scaled="1"/>
        </a:gradFill>
      </p:bgPr>
    </p:bg>
    <p:spTree>
      <p:nvGrpSpPr>
        <p:cNvPr id="1" name=""/>
        <p:cNvGrpSpPr/>
        <p:nvPr/>
      </p:nvGrpSpPr>
      <p:grpSpPr bwMode="auto">
        <a:xfrm>
          <a:off x="0" y="0"/>
          <a:ext cx="0" cy="0"/>
          <a:chOff x="0" y="0"/>
          <a:chExt cx="0" cy="0"/>
        </a:xfrm>
      </p:grpSpPr>
      <p:grpSp>
        <p:nvGrpSpPr>
          <p:cNvPr id="235959424" name="Group 2"/>
          <p:cNvGrpSpPr/>
          <p:nvPr/>
        </p:nvGrpSpPr>
        <p:grpSpPr bwMode="auto">
          <a:xfrm>
            <a:off x="5005128" y="4113340"/>
            <a:ext cx="2264935" cy="1957790"/>
            <a:chOff x="0" y="0"/>
            <a:chExt cx="596526" cy="515632"/>
          </a:xfrm>
        </p:grpSpPr>
        <p:sp>
          <p:nvSpPr>
            <p:cNvPr id="3" name="Freeform 3"/>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4" name="TextBox 4"/>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620894585" name="Group 5"/>
          <p:cNvGrpSpPr/>
          <p:nvPr/>
        </p:nvGrpSpPr>
        <p:grpSpPr bwMode="auto">
          <a:xfrm>
            <a:off x="13264453" y="4922676"/>
            <a:ext cx="2264935" cy="1957790"/>
            <a:chOff x="0" y="0"/>
            <a:chExt cx="596526" cy="515632"/>
          </a:xfrm>
        </p:grpSpPr>
        <p:sp>
          <p:nvSpPr>
            <p:cNvPr id="6" name="Freeform 6"/>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7" name="TextBox 7"/>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533693374" name="Group 8"/>
          <p:cNvGrpSpPr/>
          <p:nvPr/>
        </p:nvGrpSpPr>
        <p:grpSpPr bwMode="auto">
          <a:xfrm>
            <a:off x="10797442" y="2257252"/>
            <a:ext cx="3156038" cy="2573699"/>
            <a:chOff x="0" y="0"/>
            <a:chExt cx="831220" cy="677847"/>
          </a:xfrm>
        </p:grpSpPr>
        <p:sp>
          <p:nvSpPr>
            <p:cNvPr id="9" name="Freeform 9"/>
            <p:cNvSpPr/>
            <p:nvPr/>
          </p:nvSpPr>
          <p:spPr bwMode="auto">
            <a:xfrm>
              <a:off x="0" y="0"/>
              <a:ext cx="831220" cy="677847"/>
            </a:xfrm>
            <a:custGeom>
              <a:avLst/>
              <a:gdLst/>
              <a:ahLst/>
              <a:cxnLst/>
              <a:rect l="l" t="t" r="r" b="b"/>
              <a:pathLst>
                <a:path w="831220" h="677847" fill="norm" stroke="1" extrusionOk="0">
                  <a:moveTo>
                    <a:pt x="49061" y="0"/>
                  </a:moveTo>
                  <a:lnTo>
                    <a:pt x="782159" y="0"/>
                  </a:lnTo>
                  <a:cubicBezTo>
                    <a:pt x="809254" y="0"/>
                    <a:pt x="831220" y="21965"/>
                    <a:pt x="831220" y="49061"/>
                  </a:cubicBezTo>
                  <a:lnTo>
                    <a:pt x="831220" y="628786"/>
                  </a:lnTo>
                  <a:cubicBezTo>
                    <a:pt x="831220" y="655881"/>
                    <a:pt x="809254" y="677847"/>
                    <a:pt x="782159" y="677847"/>
                  </a:cubicBezTo>
                  <a:lnTo>
                    <a:pt x="49061" y="677847"/>
                  </a:lnTo>
                  <a:cubicBezTo>
                    <a:pt x="21965" y="677847"/>
                    <a:pt x="0" y="655881"/>
                    <a:pt x="0" y="628786"/>
                  </a:cubicBezTo>
                  <a:lnTo>
                    <a:pt x="0" y="49061"/>
                  </a:lnTo>
                  <a:cubicBezTo>
                    <a:pt x="0" y="21965"/>
                    <a:pt x="21965" y="0"/>
                    <a:pt x="49061" y="0"/>
                  </a:cubicBezTo>
                  <a:close/>
                </a:path>
              </a:pathLst>
            </a:custGeom>
            <a:solidFill>
              <a:srgbClr val="D9D9D9">
                <a:alpha val="11765"/>
              </a:srgbClr>
            </a:solidFill>
          </p:spPr>
        </p:sp>
        <p:sp>
          <p:nvSpPr>
            <p:cNvPr id="10" name="TextBox 10"/>
            <p:cNvSpPr txBox="1"/>
            <p:nvPr/>
          </p:nvSpPr>
          <p:spPr bwMode="auto">
            <a:xfrm>
              <a:off x="0" y="-95250"/>
              <a:ext cx="831220" cy="77309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921406547" name="Group 11"/>
          <p:cNvGrpSpPr/>
          <p:nvPr/>
        </p:nvGrpSpPr>
        <p:grpSpPr bwMode="auto">
          <a:xfrm>
            <a:off x="5449990" y="477529"/>
            <a:ext cx="5275100" cy="3164417"/>
            <a:chOff x="0" y="0"/>
            <a:chExt cx="1389327" cy="833427"/>
          </a:xfrm>
        </p:grpSpPr>
        <p:sp>
          <p:nvSpPr>
            <p:cNvPr id="12" name="Freeform 12"/>
            <p:cNvSpPr/>
            <p:nvPr/>
          </p:nvSpPr>
          <p:spPr bwMode="auto">
            <a:xfrm>
              <a:off x="0" y="0"/>
              <a:ext cx="1389327" cy="833427"/>
            </a:xfrm>
            <a:custGeom>
              <a:avLst/>
              <a:gdLst/>
              <a:ahLst/>
              <a:cxnLst/>
              <a:rect l="l" t="t" r="r" b="b"/>
              <a:pathLst>
                <a:path w="1389327" h="833427" fill="norm" stroke="1" extrusionOk="0">
                  <a:moveTo>
                    <a:pt x="29353" y="0"/>
                  </a:moveTo>
                  <a:lnTo>
                    <a:pt x="1359974" y="0"/>
                  </a:lnTo>
                  <a:cubicBezTo>
                    <a:pt x="1376185" y="0"/>
                    <a:pt x="1389327" y="13142"/>
                    <a:pt x="1389327" y="29353"/>
                  </a:cubicBezTo>
                  <a:lnTo>
                    <a:pt x="1389327" y="804074"/>
                  </a:lnTo>
                  <a:cubicBezTo>
                    <a:pt x="1389327" y="820285"/>
                    <a:pt x="1376185" y="833427"/>
                    <a:pt x="1359974" y="833427"/>
                  </a:cubicBezTo>
                  <a:lnTo>
                    <a:pt x="29353" y="833427"/>
                  </a:lnTo>
                  <a:cubicBezTo>
                    <a:pt x="13142" y="833427"/>
                    <a:pt x="0" y="820285"/>
                    <a:pt x="0" y="804074"/>
                  </a:cubicBezTo>
                  <a:lnTo>
                    <a:pt x="0" y="29353"/>
                  </a:lnTo>
                  <a:cubicBezTo>
                    <a:pt x="0" y="13142"/>
                    <a:pt x="13142" y="0"/>
                    <a:pt x="29353" y="0"/>
                  </a:cubicBezTo>
                  <a:close/>
                </a:path>
              </a:pathLst>
            </a:custGeom>
            <a:solidFill>
              <a:srgbClr val="D9D9D9">
                <a:alpha val="11765"/>
              </a:srgbClr>
            </a:solidFill>
          </p:spPr>
        </p:sp>
        <p:sp>
          <p:nvSpPr>
            <p:cNvPr id="13" name="TextBox 13"/>
            <p:cNvSpPr txBox="1"/>
            <p:nvPr/>
          </p:nvSpPr>
          <p:spPr bwMode="auto">
            <a:xfrm>
              <a:off x="0" y="-95250"/>
              <a:ext cx="1389327" cy="92867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799448840" name="Group 14"/>
          <p:cNvGrpSpPr/>
          <p:nvPr/>
        </p:nvGrpSpPr>
        <p:grpSpPr bwMode="auto">
          <a:xfrm>
            <a:off x="-342656" y="5339279"/>
            <a:ext cx="18973313" cy="5106318"/>
            <a:chOff x="0" y="0"/>
            <a:chExt cx="4997086" cy="1344874"/>
          </a:xfrm>
        </p:grpSpPr>
        <p:sp>
          <p:nvSpPr>
            <p:cNvPr id="15" name="Freeform 15"/>
            <p:cNvSpPr/>
            <p:nvPr/>
          </p:nvSpPr>
          <p:spPr bwMode="auto">
            <a:xfrm>
              <a:off x="0" y="0"/>
              <a:ext cx="4997086" cy="1344874"/>
            </a:xfrm>
            <a:custGeom>
              <a:avLst/>
              <a:gdLst/>
              <a:ahLst/>
              <a:cxnLst/>
              <a:rect l="l" t="t" r="r" b="b"/>
              <a:pathLst>
                <a:path w="4997086" h="1344874" fill="norm" stroke="1" extrusionOk="0">
                  <a:moveTo>
                    <a:pt x="0" y="0"/>
                  </a:moveTo>
                  <a:lnTo>
                    <a:pt x="4997086" y="0"/>
                  </a:lnTo>
                  <a:lnTo>
                    <a:pt x="4997086" y="1344874"/>
                  </a:lnTo>
                  <a:lnTo>
                    <a:pt x="0" y="1344874"/>
                  </a:lnTo>
                  <a:close/>
                </a:path>
              </a:pathLst>
            </a:custGeom>
            <a:gradFill>
              <a:gsLst>
                <a:gs pos="0">
                  <a:srgbClr val="291B76">
                    <a:alpha val="0"/>
                  </a:srgbClr>
                </a:gs>
                <a:gs pos="100000">
                  <a:srgbClr val="1C1064">
                    <a:alpha val="100000"/>
                  </a:srgbClr>
                </a:gs>
              </a:gsLst>
              <a:lin ang="5400000" scaled="1"/>
            </a:gradFill>
          </p:spPr>
        </p:sp>
        <p:sp>
          <p:nvSpPr>
            <p:cNvPr id="16" name="TextBox 16"/>
            <p:cNvSpPr txBox="1"/>
            <p:nvPr/>
          </p:nvSpPr>
          <p:spPr bwMode="auto">
            <a:xfrm>
              <a:off x="0" y="-95250"/>
              <a:ext cx="4997086" cy="1440124"/>
            </a:xfrm>
            <a:prstGeom prst="rect">
              <a:avLst/>
            </a:prstGeom>
            <a:grpFill/>
          </p:spPr>
          <p:txBody>
            <a:bodyPr lIns="50800" tIns="50800" rIns="50800" bIns="50800" rtlCol="0" anchor="ctr"/>
            <a:lstStyle/>
            <a:p>
              <a:pPr marL="0" lvl="0" indent="0" algn="ctr">
                <a:lnSpc>
                  <a:spcPts val="3359"/>
                </a:lnSpc>
                <a:defRPr/>
              </a:pPr>
              <a:endParaRPr/>
            </a:p>
          </p:txBody>
        </p:sp>
      </p:grpSp>
      <p:sp>
        <p:nvSpPr>
          <p:cNvPr id="459374124" name="Freeform 17"/>
          <p:cNvSpPr/>
          <p:nvPr/>
        </p:nvSpPr>
        <p:spPr bwMode="auto">
          <a:xfrm>
            <a:off x="2180704" y="3229841"/>
            <a:ext cx="3363166" cy="882831"/>
          </a:xfrm>
          <a:custGeom>
            <a:avLst/>
            <a:gdLst/>
            <a:ahLst/>
            <a:cxnLst/>
            <a:rect l="l" t="t" r="r" b="b"/>
            <a:pathLst>
              <a:path w="3363166" h="882831" fill="norm" stroke="1" extrusionOk="0">
                <a:moveTo>
                  <a:pt x="0" y="0"/>
                </a:moveTo>
                <a:lnTo>
                  <a:pt x="3363166" y="0"/>
                </a:lnTo>
                <a:lnTo>
                  <a:pt x="3363166" y="882831"/>
                </a:lnTo>
                <a:lnTo>
                  <a:pt x="0" y="882831"/>
                </a:lnTo>
                <a:lnTo>
                  <a:pt x="0" y="0"/>
                </a:lnTo>
                <a:close/>
              </a:path>
            </a:pathLst>
          </a:custGeom>
          <a:blipFill rotWithShape="1">
            <a:blip r:embed="rId3">
              <a:alphaModFix amt="70000"/>
            </a:blip>
            <a:stretch/>
          </a:blipFill>
        </p:spPr>
        <p:txBody>
          <a:bodyPr/>
          <a:p>
            <a:pPr algn="l"/>
          </a:p>
        </p:txBody>
      </p:sp>
      <p:sp>
        <p:nvSpPr>
          <p:cNvPr id="2038351235" name="Freeform 18"/>
          <p:cNvSpPr/>
          <p:nvPr/>
        </p:nvSpPr>
        <p:spPr bwMode="auto">
          <a:xfrm>
            <a:off x="12816483" y="6798927"/>
            <a:ext cx="3145402" cy="825668"/>
          </a:xfrm>
          <a:custGeom>
            <a:avLst/>
            <a:gdLst/>
            <a:ahLst/>
            <a:cxnLst/>
            <a:rect l="l" t="t" r="r" b="b"/>
            <a:pathLst>
              <a:path w="3145402" h="825668" fill="norm" stroke="1" extrusionOk="0">
                <a:moveTo>
                  <a:pt x="0" y="0"/>
                </a:moveTo>
                <a:lnTo>
                  <a:pt x="3145402" y="0"/>
                </a:lnTo>
                <a:lnTo>
                  <a:pt x="3145402" y="825668"/>
                </a:lnTo>
                <a:lnTo>
                  <a:pt x="0" y="825668"/>
                </a:lnTo>
                <a:lnTo>
                  <a:pt x="0" y="0"/>
                </a:lnTo>
                <a:close/>
              </a:path>
            </a:pathLst>
          </a:custGeom>
          <a:blipFill rotWithShape="1">
            <a:blip r:embed="rId3">
              <a:alphaModFix amt="70000"/>
            </a:blip>
            <a:stretch/>
          </a:blipFill>
        </p:spPr>
        <p:txBody>
          <a:bodyPr/>
          <a:p>
            <a:pPr algn="l"/>
          </a:p>
        </p:txBody>
      </p:sp>
      <p:sp>
        <p:nvSpPr>
          <p:cNvPr id="1991481518" name="Freeform 19"/>
          <p:cNvSpPr/>
          <p:nvPr/>
        </p:nvSpPr>
        <p:spPr bwMode="auto">
          <a:xfrm>
            <a:off x="649742" y="6151041"/>
            <a:ext cx="5064604" cy="1329458"/>
          </a:xfrm>
          <a:custGeom>
            <a:avLst/>
            <a:gdLst/>
            <a:ahLst/>
            <a:cxnLst/>
            <a:rect l="l" t="t" r="r" b="b"/>
            <a:pathLst>
              <a:path w="5064604" h="1329458" fill="norm" stroke="1" extrusionOk="0">
                <a:moveTo>
                  <a:pt x="0" y="0"/>
                </a:moveTo>
                <a:lnTo>
                  <a:pt x="5064603" y="0"/>
                </a:lnTo>
                <a:lnTo>
                  <a:pt x="5064603" y="1329459"/>
                </a:lnTo>
                <a:lnTo>
                  <a:pt x="0" y="1329459"/>
                </a:lnTo>
                <a:lnTo>
                  <a:pt x="0" y="0"/>
                </a:lnTo>
                <a:close/>
              </a:path>
            </a:pathLst>
          </a:custGeom>
          <a:blipFill rotWithShape="1">
            <a:blip r:embed="rId3">
              <a:alphaModFix amt="70000"/>
            </a:blip>
            <a:stretch/>
          </a:blipFill>
        </p:spPr>
        <p:txBody>
          <a:bodyPr/>
          <a:p>
            <a:pPr algn="l"/>
          </a:p>
        </p:txBody>
      </p:sp>
      <p:sp>
        <p:nvSpPr>
          <p:cNvPr id="1725412803" name="Freeform 20"/>
          <p:cNvSpPr/>
          <p:nvPr/>
        </p:nvSpPr>
        <p:spPr bwMode="auto">
          <a:xfrm>
            <a:off x="12861550" y="2515156"/>
            <a:ext cx="4698218" cy="1233282"/>
          </a:xfrm>
          <a:custGeom>
            <a:avLst/>
            <a:gdLst/>
            <a:ahLst/>
            <a:cxnLst/>
            <a:rect l="l" t="t" r="r" b="b"/>
            <a:pathLst>
              <a:path w="4698218" h="1233282" fill="norm" stroke="1" extrusionOk="0">
                <a:moveTo>
                  <a:pt x="0" y="0"/>
                </a:moveTo>
                <a:lnTo>
                  <a:pt x="4698218" y="0"/>
                </a:lnTo>
                <a:lnTo>
                  <a:pt x="4698218" y="1233282"/>
                </a:lnTo>
                <a:lnTo>
                  <a:pt x="0" y="1233282"/>
                </a:lnTo>
                <a:lnTo>
                  <a:pt x="0" y="0"/>
                </a:lnTo>
                <a:close/>
              </a:path>
            </a:pathLst>
          </a:custGeom>
          <a:blipFill rotWithShape="1">
            <a:blip r:embed="rId3">
              <a:alphaModFix amt="70000"/>
            </a:blip>
            <a:stretch/>
          </a:blipFill>
        </p:spPr>
        <p:txBody>
          <a:bodyPr/>
          <a:p>
            <a:pPr algn="l"/>
          </a:p>
        </p:txBody>
      </p:sp>
      <p:sp>
        <p:nvSpPr>
          <p:cNvPr id="975274423" name="TextBox 21"/>
          <p:cNvSpPr txBox="1"/>
          <p:nvPr/>
        </p:nvSpPr>
        <p:spPr bwMode="auto">
          <a:xfrm>
            <a:off x="105304" y="470509"/>
            <a:ext cx="17532954" cy="1024118"/>
          </a:xfrm>
          <a:prstGeom prst="rect">
            <a:avLst/>
          </a:prstGeom>
        </p:spPr>
        <p:txBody>
          <a:bodyPr lIns="0" tIns="0" rIns="0" bIns="0" rtlCol="0" anchor="t">
            <a:spAutoFit/>
          </a:bodyPr>
          <a:lstStyle/>
          <a:p>
            <a:pPr marL="0" lvl="0" indent="0" algn="ctr">
              <a:lnSpc>
                <a:spcPts val="7694"/>
              </a:lnSpc>
              <a:defRPr/>
            </a:pPr>
            <a:r>
              <a:rPr lang="en-US" sz="7700" spc="-191">
                <a:solidFill>
                  <a:srgbClr val="FFFFFF"/>
                </a:solidFill>
                <a:latin typeface="Aptos"/>
                <a:ea typeface="Archivo Black"/>
                <a:cs typeface="Archivo Black"/>
              </a:rPr>
              <a:t>DETAILS OF SOFTWARE &amp; TOOLS</a:t>
            </a:r>
            <a:endParaRPr/>
          </a:p>
        </p:txBody>
      </p:sp>
      <p:sp>
        <p:nvSpPr>
          <p:cNvPr id="1142510430" name="TextBox 22"/>
          <p:cNvSpPr txBox="1"/>
          <p:nvPr/>
        </p:nvSpPr>
        <p:spPr bwMode="auto">
          <a:xfrm>
            <a:off x="112231" y="2503278"/>
            <a:ext cx="15461162" cy="3111224"/>
          </a:xfrm>
          <a:prstGeom prst="rect">
            <a:avLst/>
          </a:prstGeom>
        </p:spPr>
        <p:txBody>
          <a:bodyPr lIns="0" tIns="0" rIns="0" bIns="0" rtlCol="0" anchor="t">
            <a:spAutoFit/>
          </a:bodyPr>
          <a:lstStyle/>
          <a:p>
            <a:pPr marL="755647" lvl="1" indent="-377824" algn="l">
              <a:lnSpc>
                <a:spcPts val="4899"/>
              </a:lnSpc>
              <a:buFont typeface="Arial"/>
              <a:buChar char="•"/>
              <a:defRPr/>
            </a:pPr>
            <a:r>
              <a:rPr lang="en-US" sz="3500">
                <a:solidFill>
                  <a:srgbClr val="FFECA8"/>
                </a:solidFill>
                <a:latin typeface="Aptos"/>
                <a:ea typeface="Times New Roman MT"/>
                <a:cs typeface="Times New Roman MT"/>
              </a:rPr>
              <a:t>Canva</a:t>
            </a: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a:t>
            </a: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for designing</a:t>
            </a:r>
            <a:endParaRPr/>
          </a:p>
          <a:p>
            <a:pPr marL="755647" lvl="1" indent="-377824" algn="l">
              <a:lnSpc>
                <a:spcPts val="4899"/>
              </a:lnSpc>
              <a:buFont typeface="Arial"/>
              <a:buChar char="•"/>
              <a:defRPr/>
            </a:pP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Flutter_riverpod</a:t>
            </a: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a:t>
            </a: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for app state management</a:t>
            </a:r>
            <a:endParaRPr/>
          </a:p>
          <a:p>
            <a:pPr marL="755647" lvl="1" indent="-377824" algn="l">
              <a:lnSpc>
                <a:spcPts val="4899"/>
              </a:lnSpc>
              <a:buFont typeface="Arial"/>
              <a:buChar char="•"/>
              <a:defRPr/>
            </a:pP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Dio</a:t>
            </a: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a:t>
            </a: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for http client</a:t>
            </a:r>
            <a:endParaRPr/>
          </a:p>
          <a:p>
            <a:pPr marL="755647" lvl="1" indent="-377824" algn="l">
              <a:lnSpc>
                <a:spcPts val="4899"/>
              </a:lnSpc>
              <a:buFont typeface="Arial"/>
              <a:buChar char="•"/>
              <a:defRPr/>
            </a:pPr>
            <a:r>
              <a:rPr lang="en-US" sz="3500">
                <a:solidFill>
                  <a:srgbClr val="FFECA8"/>
                </a:solidFill>
                <a:latin typeface="Aptos"/>
                <a:ea typeface="Times New Roman MT"/>
                <a:cs typeface="Times New Roman MT"/>
              </a:rPr>
              <a:t> Drift </a:t>
            </a:r>
            <a:r>
              <a:rPr lang="en-US" sz="3500">
                <a:solidFill>
                  <a:srgbClr val="FFECA8"/>
                </a:solidFill>
                <a:latin typeface="Aptos"/>
                <a:ea typeface="Times New Roman MT"/>
                <a:cs typeface="Times New Roman MT"/>
              </a:rPr>
              <a:t></a:t>
            </a:r>
            <a:r>
              <a:rPr lang="en-US" sz="3500">
                <a:solidFill>
                  <a:srgbClr val="FFECA8"/>
                </a:solidFill>
                <a:latin typeface="Aptos"/>
                <a:ea typeface="Times New Roman MT"/>
                <a:cs typeface="Times New Roman MT"/>
              </a:rPr>
              <a:t>for </a:t>
            </a:r>
            <a:r>
              <a:rPr lang="en-US" sz="3500">
                <a:solidFill>
                  <a:srgbClr val="FFECA8"/>
                </a:solidFill>
                <a:latin typeface="Aptos"/>
                <a:ea typeface="Times New Roman MT"/>
                <a:cs typeface="Times New Roman MT"/>
              </a:rPr>
              <a:t>local </a:t>
            </a:r>
            <a:r>
              <a:rPr lang="en-US" sz="3500">
                <a:solidFill>
                  <a:srgbClr val="FFECA8"/>
                </a:solidFill>
                <a:latin typeface="Aptos"/>
                <a:ea typeface="Times New Roman MT"/>
                <a:cs typeface="Times New Roman MT"/>
              </a:rPr>
              <a:t>sql</a:t>
            </a: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db</a:t>
            </a:r>
            <a:endParaRPr lang="en-US" sz="3500">
              <a:solidFill>
                <a:srgbClr val="FFECA8"/>
              </a:solidFill>
              <a:latin typeface="Times New Roman MT"/>
              <a:ea typeface="Times New Roman MT"/>
              <a:cs typeface="Times New Roman MT"/>
            </a:endParaRPr>
          </a:p>
          <a:p>
            <a:pPr marL="755647" lvl="1" indent="-377824" algn="l">
              <a:lnSpc>
                <a:spcPts val="4899"/>
              </a:lnSpc>
              <a:buFont typeface="Arial"/>
              <a:buChar char="•"/>
              <a:defRPr/>
            </a:pPr>
            <a:r>
              <a:rPr lang="en-US" sz="3500">
                <a:solidFill>
                  <a:srgbClr val="FFECA8"/>
                </a:solidFill>
                <a:latin typeface="Aptos"/>
                <a:ea typeface="Times New Roman MT"/>
                <a:cs typeface="Times New Roman MT"/>
              </a:rPr>
              <a:t> </a:t>
            </a:r>
            <a:r>
              <a:rPr lang="en-US" sz="3500">
                <a:solidFill>
                  <a:srgbClr val="FFECA8"/>
                </a:solidFill>
                <a:latin typeface="Aptos"/>
                <a:ea typeface="Times New Roman MT"/>
                <a:cs typeface="Times New Roman MT"/>
              </a:rPr>
              <a:t>Gemini API used for a chatbot for unaccounted situations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5543C8">
                <a:alpha val="100000"/>
              </a:srgbClr>
            </a:gs>
            <a:gs pos="100000">
              <a:srgbClr val="402DAD">
                <a:alpha val="100000"/>
              </a:srgbClr>
            </a:gs>
          </a:gsLst>
          <a:lin ang="5400000" scaled="1"/>
        </a:gradFill>
      </p:bgPr>
    </p:bg>
    <p:spTree>
      <p:nvGrpSpPr>
        <p:cNvPr id="1" name=""/>
        <p:cNvGrpSpPr/>
        <p:nvPr/>
      </p:nvGrpSpPr>
      <p:grpSpPr bwMode="auto">
        <a:xfrm>
          <a:off x="0" y="0"/>
          <a:ext cx="0" cy="0"/>
          <a:chOff x="0" y="0"/>
          <a:chExt cx="0" cy="0"/>
        </a:xfrm>
      </p:grpSpPr>
      <p:grpSp>
        <p:nvGrpSpPr>
          <p:cNvPr id="1702722894" name="Group 2"/>
          <p:cNvGrpSpPr/>
          <p:nvPr/>
        </p:nvGrpSpPr>
        <p:grpSpPr bwMode="auto">
          <a:xfrm>
            <a:off x="5005128" y="4113340"/>
            <a:ext cx="2264935" cy="1957790"/>
            <a:chOff x="0" y="0"/>
            <a:chExt cx="596526" cy="515632"/>
          </a:xfrm>
        </p:grpSpPr>
        <p:sp>
          <p:nvSpPr>
            <p:cNvPr id="3" name="Freeform 3"/>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4" name="TextBox 4"/>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622196080" name="Group 5"/>
          <p:cNvGrpSpPr/>
          <p:nvPr/>
        </p:nvGrpSpPr>
        <p:grpSpPr bwMode="auto">
          <a:xfrm>
            <a:off x="13264453" y="4922676"/>
            <a:ext cx="2264935" cy="1957790"/>
            <a:chOff x="0" y="0"/>
            <a:chExt cx="596526" cy="515632"/>
          </a:xfrm>
        </p:grpSpPr>
        <p:sp>
          <p:nvSpPr>
            <p:cNvPr id="6" name="Freeform 6"/>
            <p:cNvSpPr/>
            <p:nvPr/>
          </p:nvSpPr>
          <p:spPr bwMode="auto">
            <a:xfrm>
              <a:off x="0" y="0"/>
              <a:ext cx="596526" cy="515632"/>
            </a:xfrm>
            <a:custGeom>
              <a:avLst/>
              <a:gdLst/>
              <a:ahLst/>
              <a:cxnLst/>
              <a:rect l="l" t="t" r="r" b="b"/>
              <a:pathLst>
                <a:path w="596526" h="515632" fill="norm" stroke="1" extrusionOk="0">
                  <a:moveTo>
                    <a:pt x="68363" y="0"/>
                  </a:moveTo>
                  <a:lnTo>
                    <a:pt x="528163" y="0"/>
                  </a:lnTo>
                  <a:cubicBezTo>
                    <a:pt x="565919" y="0"/>
                    <a:pt x="596526" y="30607"/>
                    <a:pt x="596526" y="68363"/>
                  </a:cubicBezTo>
                  <a:lnTo>
                    <a:pt x="596526" y="447269"/>
                  </a:lnTo>
                  <a:cubicBezTo>
                    <a:pt x="596526" y="485025"/>
                    <a:pt x="565919" y="515632"/>
                    <a:pt x="528163" y="515632"/>
                  </a:cubicBezTo>
                  <a:lnTo>
                    <a:pt x="68363" y="515632"/>
                  </a:lnTo>
                  <a:cubicBezTo>
                    <a:pt x="30607" y="515632"/>
                    <a:pt x="0" y="485025"/>
                    <a:pt x="0" y="447269"/>
                  </a:cubicBezTo>
                  <a:lnTo>
                    <a:pt x="0" y="68363"/>
                  </a:lnTo>
                  <a:cubicBezTo>
                    <a:pt x="0" y="30607"/>
                    <a:pt x="30607" y="0"/>
                    <a:pt x="68363" y="0"/>
                  </a:cubicBezTo>
                  <a:close/>
                </a:path>
              </a:pathLst>
            </a:custGeom>
            <a:solidFill>
              <a:srgbClr val="D9D9D9">
                <a:alpha val="11765"/>
              </a:srgbClr>
            </a:solidFill>
          </p:spPr>
        </p:sp>
        <p:sp>
          <p:nvSpPr>
            <p:cNvPr id="7" name="TextBox 7"/>
            <p:cNvSpPr txBox="1"/>
            <p:nvPr/>
          </p:nvSpPr>
          <p:spPr bwMode="auto">
            <a:xfrm>
              <a:off x="0" y="-95250"/>
              <a:ext cx="596526" cy="610882"/>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1966503418" name="Group 8"/>
          <p:cNvGrpSpPr/>
          <p:nvPr/>
        </p:nvGrpSpPr>
        <p:grpSpPr bwMode="auto">
          <a:xfrm>
            <a:off x="10797442" y="2257252"/>
            <a:ext cx="3156038" cy="2573699"/>
            <a:chOff x="0" y="0"/>
            <a:chExt cx="831220" cy="677847"/>
          </a:xfrm>
        </p:grpSpPr>
        <p:sp>
          <p:nvSpPr>
            <p:cNvPr id="9" name="Freeform 9"/>
            <p:cNvSpPr/>
            <p:nvPr/>
          </p:nvSpPr>
          <p:spPr bwMode="auto">
            <a:xfrm>
              <a:off x="0" y="0"/>
              <a:ext cx="831220" cy="677847"/>
            </a:xfrm>
            <a:custGeom>
              <a:avLst/>
              <a:gdLst/>
              <a:ahLst/>
              <a:cxnLst/>
              <a:rect l="l" t="t" r="r" b="b"/>
              <a:pathLst>
                <a:path w="831220" h="677847" fill="norm" stroke="1" extrusionOk="0">
                  <a:moveTo>
                    <a:pt x="49061" y="0"/>
                  </a:moveTo>
                  <a:lnTo>
                    <a:pt x="782159" y="0"/>
                  </a:lnTo>
                  <a:cubicBezTo>
                    <a:pt x="809254" y="0"/>
                    <a:pt x="831220" y="21965"/>
                    <a:pt x="831220" y="49061"/>
                  </a:cubicBezTo>
                  <a:lnTo>
                    <a:pt x="831220" y="628786"/>
                  </a:lnTo>
                  <a:cubicBezTo>
                    <a:pt x="831220" y="655881"/>
                    <a:pt x="809254" y="677847"/>
                    <a:pt x="782159" y="677847"/>
                  </a:cubicBezTo>
                  <a:lnTo>
                    <a:pt x="49061" y="677847"/>
                  </a:lnTo>
                  <a:cubicBezTo>
                    <a:pt x="21965" y="677847"/>
                    <a:pt x="0" y="655881"/>
                    <a:pt x="0" y="628786"/>
                  </a:cubicBezTo>
                  <a:lnTo>
                    <a:pt x="0" y="49061"/>
                  </a:lnTo>
                  <a:cubicBezTo>
                    <a:pt x="0" y="21965"/>
                    <a:pt x="21965" y="0"/>
                    <a:pt x="49061" y="0"/>
                  </a:cubicBezTo>
                  <a:close/>
                </a:path>
              </a:pathLst>
            </a:custGeom>
            <a:solidFill>
              <a:srgbClr val="D9D9D9">
                <a:alpha val="11765"/>
              </a:srgbClr>
            </a:solidFill>
          </p:spPr>
        </p:sp>
        <p:sp>
          <p:nvSpPr>
            <p:cNvPr id="10" name="TextBox 10"/>
            <p:cNvSpPr txBox="1"/>
            <p:nvPr/>
          </p:nvSpPr>
          <p:spPr bwMode="auto">
            <a:xfrm>
              <a:off x="0" y="-95250"/>
              <a:ext cx="831220" cy="77309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366389577" name="Group 11"/>
          <p:cNvGrpSpPr/>
          <p:nvPr/>
        </p:nvGrpSpPr>
        <p:grpSpPr bwMode="auto">
          <a:xfrm>
            <a:off x="5449990" y="477529"/>
            <a:ext cx="5275100" cy="3164417"/>
            <a:chOff x="0" y="0"/>
            <a:chExt cx="1389327" cy="833427"/>
          </a:xfrm>
        </p:grpSpPr>
        <p:sp>
          <p:nvSpPr>
            <p:cNvPr id="12" name="Freeform 12"/>
            <p:cNvSpPr/>
            <p:nvPr/>
          </p:nvSpPr>
          <p:spPr bwMode="auto">
            <a:xfrm>
              <a:off x="0" y="0"/>
              <a:ext cx="1389327" cy="833427"/>
            </a:xfrm>
            <a:custGeom>
              <a:avLst/>
              <a:gdLst/>
              <a:ahLst/>
              <a:cxnLst/>
              <a:rect l="l" t="t" r="r" b="b"/>
              <a:pathLst>
                <a:path w="1389327" h="833427" fill="norm" stroke="1" extrusionOk="0">
                  <a:moveTo>
                    <a:pt x="29353" y="0"/>
                  </a:moveTo>
                  <a:lnTo>
                    <a:pt x="1359974" y="0"/>
                  </a:lnTo>
                  <a:cubicBezTo>
                    <a:pt x="1376185" y="0"/>
                    <a:pt x="1389327" y="13142"/>
                    <a:pt x="1389327" y="29353"/>
                  </a:cubicBezTo>
                  <a:lnTo>
                    <a:pt x="1389327" y="804074"/>
                  </a:lnTo>
                  <a:cubicBezTo>
                    <a:pt x="1389327" y="820285"/>
                    <a:pt x="1376185" y="833427"/>
                    <a:pt x="1359974" y="833427"/>
                  </a:cubicBezTo>
                  <a:lnTo>
                    <a:pt x="29353" y="833427"/>
                  </a:lnTo>
                  <a:cubicBezTo>
                    <a:pt x="13142" y="833427"/>
                    <a:pt x="0" y="820285"/>
                    <a:pt x="0" y="804074"/>
                  </a:cubicBezTo>
                  <a:lnTo>
                    <a:pt x="0" y="29353"/>
                  </a:lnTo>
                  <a:cubicBezTo>
                    <a:pt x="0" y="13142"/>
                    <a:pt x="13142" y="0"/>
                    <a:pt x="29353" y="0"/>
                  </a:cubicBezTo>
                  <a:close/>
                </a:path>
              </a:pathLst>
            </a:custGeom>
            <a:solidFill>
              <a:srgbClr val="D9D9D9">
                <a:alpha val="11765"/>
              </a:srgbClr>
            </a:solidFill>
          </p:spPr>
        </p:sp>
        <p:sp>
          <p:nvSpPr>
            <p:cNvPr id="13" name="TextBox 13"/>
            <p:cNvSpPr txBox="1"/>
            <p:nvPr/>
          </p:nvSpPr>
          <p:spPr bwMode="auto">
            <a:xfrm>
              <a:off x="0" y="-95250"/>
              <a:ext cx="1389327" cy="928677"/>
            </a:xfrm>
            <a:prstGeom prst="rect">
              <a:avLst/>
            </a:prstGeom>
            <a:grpFill/>
          </p:spPr>
          <p:txBody>
            <a:bodyPr lIns="50800" tIns="50800" rIns="50800" bIns="50800" rtlCol="0" anchor="ctr"/>
            <a:lstStyle/>
            <a:p>
              <a:pPr marL="0" lvl="0" indent="0" algn="ctr">
                <a:lnSpc>
                  <a:spcPts val="3359"/>
                </a:lnSpc>
                <a:defRPr/>
              </a:pPr>
              <a:endParaRPr/>
            </a:p>
          </p:txBody>
        </p:sp>
      </p:grpSp>
      <p:grpSp>
        <p:nvGrpSpPr>
          <p:cNvPr id="697985821" name="Group 14"/>
          <p:cNvGrpSpPr/>
          <p:nvPr/>
        </p:nvGrpSpPr>
        <p:grpSpPr bwMode="auto">
          <a:xfrm>
            <a:off x="-342656" y="5580501"/>
            <a:ext cx="18973313" cy="5106318"/>
            <a:chOff x="0" y="0"/>
            <a:chExt cx="4997086" cy="1344874"/>
          </a:xfrm>
        </p:grpSpPr>
        <p:sp>
          <p:nvSpPr>
            <p:cNvPr id="15" name="Freeform 15"/>
            <p:cNvSpPr/>
            <p:nvPr/>
          </p:nvSpPr>
          <p:spPr bwMode="auto">
            <a:xfrm>
              <a:off x="0" y="0"/>
              <a:ext cx="4997086" cy="1344874"/>
            </a:xfrm>
            <a:custGeom>
              <a:avLst/>
              <a:gdLst/>
              <a:ahLst/>
              <a:cxnLst/>
              <a:rect l="l" t="t" r="r" b="b"/>
              <a:pathLst>
                <a:path w="4997086" h="1344874" fill="norm" stroke="1" extrusionOk="0">
                  <a:moveTo>
                    <a:pt x="0" y="0"/>
                  </a:moveTo>
                  <a:lnTo>
                    <a:pt x="4997086" y="0"/>
                  </a:lnTo>
                  <a:lnTo>
                    <a:pt x="4997086" y="1344874"/>
                  </a:lnTo>
                  <a:lnTo>
                    <a:pt x="0" y="1344874"/>
                  </a:lnTo>
                  <a:close/>
                </a:path>
              </a:pathLst>
            </a:custGeom>
            <a:gradFill>
              <a:gsLst>
                <a:gs pos="0">
                  <a:srgbClr val="291B76">
                    <a:alpha val="0"/>
                  </a:srgbClr>
                </a:gs>
                <a:gs pos="100000">
                  <a:srgbClr val="1C1064">
                    <a:alpha val="100000"/>
                  </a:srgbClr>
                </a:gs>
              </a:gsLst>
              <a:lin ang="5400000" scaled="1"/>
            </a:gradFill>
          </p:spPr>
        </p:sp>
        <p:sp>
          <p:nvSpPr>
            <p:cNvPr id="16" name="TextBox 16"/>
            <p:cNvSpPr txBox="1"/>
            <p:nvPr/>
          </p:nvSpPr>
          <p:spPr bwMode="auto">
            <a:xfrm>
              <a:off x="0" y="-95250"/>
              <a:ext cx="4997086" cy="1440124"/>
            </a:xfrm>
            <a:prstGeom prst="rect">
              <a:avLst/>
            </a:prstGeom>
            <a:grpFill/>
          </p:spPr>
          <p:txBody>
            <a:bodyPr lIns="50800" tIns="50800" rIns="50800" bIns="50800" rtlCol="0" anchor="ctr"/>
            <a:lstStyle/>
            <a:p>
              <a:pPr marL="0" lvl="0" indent="0" algn="ctr">
                <a:lnSpc>
                  <a:spcPts val="3359"/>
                </a:lnSpc>
                <a:defRPr/>
              </a:pPr>
              <a:endParaRPr/>
            </a:p>
          </p:txBody>
        </p:sp>
      </p:grpSp>
      <p:sp>
        <p:nvSpPr>
          <p:cNvPr id="528939078" name="Freeform 17"/>
          <p:cNvSpPr/>
          <p:nvPr/>
        </p:nvSpPr>
        <p:spPr bwMode="auto">
          <a:xfrm>
            <a:off x="2180704" y="3229841"/>
            <a:ext cx="3363166" cy="882831"/>
          </a:xfrm>
          <a:custGeom>
            <a:avLst/>
            <a:gdLst/>
            <a:ahLst/>
            <a:cxnLst/>
            <a:rect l="l" t="t" r="r" b="b"/>
            <a:pathLst>
              <a:path w="3363166" h="882831" fill="norm" stroke="1" extrusionOk="0">
                <a:moveTo>
                  <a:pt x="0" y="0"/>
                </a:moveTo>
                <a:lnTo>
                  <a:pt x="3363166" y="0"/>
                </a:lnTo>
                <a:lnTo>
                  <a:pt x="3363166" y="882831"/>
                </a:lnTo>
                <a:lnTo>
                  <a:pt x="0" y="882831"/>
                </a:lnTo>
                <a:lnTo>
                  <a:pt x="0" y="0"/>
                </a:lnTo>
                <a:close/>
              </a:path>
            </a:pathLst>
          </a:custGeom>
          <a:blipFill rotWithShape="1">
            <a:blip r:embed="rId3">
              <a:alphaModFix amt="70000"/>
            </a:blip>
            <a:stretch/>
          </a:blipFill>
        </p:spPr>
        <p:txBody>
          <a:bodyPr/>
          <a:p>
            <a:pPr algn="l"/>
          </a:p>
        </p:txBody>
      </p:sp>
      <p:sp>
        <p:nvSpPr>
          <p:cNvPr id="1710657695" name="Freeform 18"/>
          <p:cNvSpPr/>
          <p:nvPr/>
        </p:nvSpPr>
        <p:spPr bwMode="auto">
          <a:xfrm>
            <a:off x="12816483" y="6798927"/>
            <a:ext cx="3145402" cy="825668"/>
          </a:xfrm>
          <a:custGeom>
            <a:avLst/>
            <a:gdLst/>
            <a:ahLst/>
            <a:cxnLst/>
            <a:rect l="l" t="t" r="r" b="b"/>
            <a:pathLst>
              <a:path w="3145402" h="825668" fill="norm" stroke="1" extrusionOk="0">
                <a:moveTo>
                  <a:pt x="0" y="0"/>
                </a:moveTo>
                <a:lnTo>
                  <a:pt x="3145402" y="0"/>
                </a:lnTo>
                <a:lnTo>
                  <a:pt x="3145402" y="825668"/>
                </a:lnTo>
                <a:lnTo>
                  <a:pt x="0" y="825668"/>
                </a:lnTo>
                <a:lnTo>
                  <a:pt x="0" y="0"/>
                </a:lnTo>
                <a:close/>
              </a:path>
            </a:pathLst>
          </a:custGeom>
          <a:blipFill rotWithShape="1">
            <a:blip r:embed="rId3">
              <a:alphaModFix amt="70000"/>
            </a:blip>
            <a:stretch/>
          </a:blipFill>
        </p:spPr>
        <p:txBody>
          <a:bodyPr/>
          <a:p>
            <a:pPr algn="l"/>
          </a:p>
        </p:txBody>
      </p:sp>
      <p:sp>
        <p:nvSpPr>
          <p:cNvPr id="119351780" name="Freeform 19"/>
          <p:cNvSpPr/>
          <p:nvPr/>
        </p:nvSpPr>
        <p:spPr bwMode="auto">
          <a:xfrm>
            <a:off x="649742" y="6151041"/>
            <a:ext cx="5064604" cy="1329458"/>
          </a:xfrm>
          <a:custGeom>
            <a:avLst/>
            <a:gdLst/>
            <a:ahLst/>
            <a:cxnLst/>
            <a:rect l="l" t="t" r="r" b="b"/>
            <a:pathLst>
              <a:path w="5064604" h="1329458" fill="norm" stroke="1" extrusionOk="0">
                <a:moveTo>
                  <a:pt x="0" y="0"/>
                </a:moveTo>
                <a:lnTo>
                  <a:pt x="5064603" y="0"/>
                </a:lnTo>
                <a:lnTo>
                  <a:pt x="5064603" y="1329459"/>
                </a:lnTo>
                <a:lnTo>
                  <a:pt x="0" y="1329459"/>
                </a:lnTo>
                <a:lnTo>
                  <a:pt x="0" y="0"/>
                </a:lnTo>
                <a:close/>
              </a:path>
            </a:pathLst>
          </a:custGeom>
          <a:blipFill rotWithShape="1">
            <a:blip r:embed="rId3">
              <a:alphaModFix amt="70000"/>
            </a:blip>
            <a:stretch/>
          </a:blipFill>
        </p:spPr>
        <p:txBody>
          <a:bodyPr/>
          <a:p>
            <a:pPr algn="l"/>
          </a:p>
        </p:txBody>
      </p:sp>
      <p:sp>
        <p:nvSpPr>
          <p:cNvPr id="1631151396" name="Freeform 20"/>
          <p:cNvSpPr/>
          <p:nvPr/>
        </p:nvSpPr>
        <p:spPr bwMode="auto">
          <a:xfrm>
            <a:off x="12861550" y="2515156"/>
            <a:ext cx="4698218" cy="1233282"/>
          </a:xfrm>
          <a:custGeom>
            <a:avLst/>
            <a:gdLst/>
            <a:ahLst/>
            <a:cxnLst/>
            <a:rect l="l" t="t" r="r" b="b"/>
            <a:pathLst>
              <a:path w="4698218" h="1233282" fill="norm" stroke="1" extrusionOk="0">
                <a:moveTo>
                  <a:pt x="0" y="0"/>
                </a:moveTo>
                <a:lnTo>
                  <a:pt x="4698218" y="0"/>
                </a:lnTo>
                <a:lnTo>
                  <a:pt x="4698218" y="1233282"/>
                </a:lnTo>
                <a:lnTo>
                  <a:pt x="0" y="1233282"/>
                </a:lnTo>
                <a:lnTo>
                  <a:pt x="0" y="0"/>
                </a:lnTo>
                <a:close/>
              </a:path>
            </a:pathLst>
          </a:custGeom>
          <a:blipFill rotWithShape="1">
            <a:blip r:embed="rId3">
              <a:alphaModFix amt="70000"/>
            </a:blip>
            <a:stretch/>
          </a:blipFill>
        </p:spPr>
        <p:txBody>
          <a:bodyPr/>
          <a:p>
            <a:pPr algn="l"/>
          </a:p>
        </p:txBody>
      </p:sp>
      <p:sp>
        <p:nvSpPr>
          <p:cNvPr id="1580086109" name="TextBox 21"/>
          <p:cNvSpPr txBox="1"/>
          <p:nvPr/>
        </p:nvSpPr>
        <p:spPr bwMode="auto">
          <a:xfrm>
            <a:off x="1028700" y="5310362"/>
            <a:ext cx="16230600" cy="1487804"/>
          </a:xfrm>
          <a:prstGeom prst="rect">
            <a:avLst/>
          </a:prstGeom>
        </p:spPr>
        <p:txBody>
          <a:bodyPr lIns="0" tIns="0" rIns="0" bIns="0" rtlCol="0" anchor="t">
            <a:spAutoFit/>
          </a:bodyPr>
          <a:lstStyle/>
          <a:p>
            <a:pPr algn="ctr">
              <a:lnSpc>
                <a:spcPts val="5740"/>
              </a:lnSpc>
              <a:defRPr/>
            </a:pPr>
            <a:r>
              <a:rPr lang="en-US" sz="4100" b="1">
                <a:solidFill>
                  <a:srgbClr val="FFECA8"/>
                </a:solidFill>
                <a:latin typeface="Aptos"/>
                <a:ea typeface="Times New Roman MT Bold"/>
                <a:cs typeface="Times New Roman MT Bold"/>
              </a:rPr>
              <a:t>We will be pleased to answer any of your queries &amp; questions.</a:t>
            </a:r>
            <a:endParaRPr/>
          </a:p>
          <a:p>
            <a:pPr algn="ctr">
              <a:lnSpc>
                <a:spcPts val="5600"/>
              </a:lnSpc>
              <a:defRPr/>
            </a:pPr>
            <a:endParaRPr lang="en-US" sz="4100" b="1">
              <a:solidFill>
                <a:srgbClr val="FFECA8"/>
              </a:solidFill>
              <a:latin typeface="Times New Roman MT Bold"/>
              <a:ea typeface="Times New Roman MT Bold"/>
              <a:cs typeface="Times New Roman MT Bold"/>
            </a:endParaRPr>
          </a:p>
        </p:txBody>
      </p:sp>
      <p:sp>
        <p:nvSpPr>
          <p:cNvPr id="1831250227" name="TextBox 22"/>
          <p:cNvSpPr txBox="1"/>
          <p:nvPr/>
        </p:nvSpPr>
        <p:spPr bwMode="auto">
          <a:xfrm>
            <a:off x="5589107" y="3745905"/>
            <a:ext cx="6847728" cy="1833835"/>
          </a:xfrm>
          <a:prstGeom prst="rect">
            <a:avLst/>
          </a:prstGeom>
        </p:spPr>
        <p:txBody>
          <a:bodyPr wrap="square" lIns="0" tIns="0" rIns="0" bIns="0" rtlCol="0" anchor="t">
            <a:spAutoFit/>
          </a:bodyPr>
          <a:lstStyle/>
          <a:p>
            <a:pPr algn="ctr">
              <a:lnSpc>
                <a:spcPts val="14279"/>
              </a:lnSpc>
              <a:defRPr/>
            </a:pPr>
            <a:r>
              <a:rPr lang="en-US" sz="10200">
                <a:solidFill>
                  <a:srgbClr val="FFFFFF"/>
                </a:solidFill>
                <a:latin typeface="Aptos"/>
                <a:ea typeface="Apricots"/>
                <a:cs typeface="Apricots"/>
              </a:rPr>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9</Slides>
  <Notes>9</Notes>
  <HiddenSlides>0</HiddenSlides>
  <MMClips>2</MMClips>
  <ScaleCrop>0</ScaleCrop>
  <HeadingPairs>
    <vt:vector size="4" baseType="variant">
      <vt:variant>
        <vt:lpstr>Theme</vt:lpstr>
      </vt:variant>
      <vt:variant>
        <vt:i4>1</vt:i4>
      </vt:variant>
      <vt:variant>
        <vt:lpstr>Slide Titles</vt:lpstr>
      </vt:variant>
      <vt:variant>
        <vt:i4>9</vt:i4>
      </vt:variant>
    </vt:vector>
  </HeadingPairs>
  <TitlesOfParts>
    <vt:vector size="10" baseType="lpstr">
      <vt:lpstr>Theme 1</vt:lpstr>
      <vt:lpstr>Slide 1</vt:lpstr>
      <vt:lpstr>Slide 2</vt:lpstr>
      <vt:lpstr>Slide 3</vt:lpstr>
      <vt:lpstr>Slide 4</vt:lpstr>
      <vt:lpstr>Slide 5</vt:lpstr>
      <vt:lpstr>Slide 6</vt:lpstr>
      <vt:lpstr>Slide 7</vt:lpstr>
      <vt:lpstr>Slide 8</vt:lpstr>
      <vt:lpstr>Slide 9</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AegisHer</dc:title>
  <dc:identifier>DAHOt6BRxPc</dc:identifier>
  <cp:lastModifiedBy/>
  <cp:revision>3</cp:revision>
  <dcterms:created xsi:type="dcterms:W3CDTF">2006-08-16T00:00:00Z</dcterms:created>
  <dcterms:modified xsi:type="dcterms:W3CDTF">2026-07-08T10:38:29Z</dcterms:modified>
</cp:coreProperties>
</file>